
<file path=[Content_Types].xml><?xml version="1.0" encoding="utf-8"?>
<Types xmlns="http://schemas.openxmlformats.org/package/2006/content-types">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11"/>
  </p:notesMasterIdLst>
  <p:sldIdLst>
    <p:sldId id="256" r:id="rId2"/>
    <p:sldId id="257" r:id="rId3"/>
    <p:sldId id="258" r:id="rId4"/>
    <p:sldId id="259" r:id="rId5"/>
    <p:sldId id="260" r:id="rId6"/>
    <p:sldId id="261" r:id="rId7"/>
    <p:sldId id="262" r:id="rId8"/>
    <p:sldId id="263" r:id="rId9"/>
    <p:sldId id="264" r:id="rId10"/>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00000"/>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中度样式 2 - 强调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20010" autoAdjust="0"/>
    <p:restoredTop sz="94693" autoAdjust="0"/>
  </p:normalViewPr>
  <p:slideViewPr>
    <p:cSldViewPr snapToGrid="0">
      <p:cViewPr varScale="1">
        <p:scale>
          <a:sx n="67" d="100"/>
          <a:sy n="67" d="100"/>
        </p:scale>
        <p:origin x="654" y="60"/>
      </p:cViewPr>
      <p:guideLst/>
    </p:cSldViewPr>
  </p:slideViewPr>
  <p:outlineViewPr>
    <p:cViewPr>
      <p:scale>
        <a:sx n="33" d="100"/>
        <a:sy n="33" d="100"/>
      </p:scale>
      <p:origin x="0" y="0"/>
    </p:cViewPr>
  </p:outlin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viewProps" Target="view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presProps" Target="presProp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notesMaster" Target="notesMasters/notesMaster1.xml"/><Relationship Id="rId5" Type="http://schemas.openxmlformats.org/officeDocument/2006/relationships/slide" Target="slides/slide4.xml"/><Relationship Id="rId15" Type="http://schemas.openxmlformats.org/officeDocument/2006/relationships/tableStyles" Target="tableStyle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theme" Target="theme/theme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48658" name="Rectangle 2"/>
          <p:cNvSpPr>
            <a:spLocks noGrp="1" noChangeArrowheads="1"/>
          </p:cNvSpPr>
          <p:nvPr>
            <p:ph type="hdr" sz="quarter"/>
          </p:nvPr>
        </p:nvSpPr>
        <p:spPr bwMode="auto">
          <a:xfrm>
            <a:off x="2" y="1"/>
            <a:ext cx="3076575" cy="512763"/>
          </a:xfrm>
          <a:prstGeom prst="rect">
            <a:avLst/>
          </a:prstGeom>
          <a:noFill/>
          <a:ln w="9525">
            <a:noFill/>
            <a:miter lim="800000"/>
          </a:ln>
          <a:effectLst/>
        </p:spPr>
        <p:txBody>
          <a:bodyPr vert="horz" wrap="square" lIns="91492" tIns="45745" rIns="91492" bIns="45745" numCol="1" anchor="t" anchorCtr="0" compatLnSpc="1"/>
          <a:lstStyle>
            <a:lvl1pPr algn="l">
              <a:defRPr sz="1100"/>
            </a:lvl1pPr>
          </a:lstStyle>
          <a:p>
            <a:endParaRPr lang="en-US"/>
          </a:p>
        </p:txBody>
      </p:sp>
      <p:sp>
        <p:nvSpPr>
          <p:cNvPr id="1048659" name="Rectangle 3"/>
          <p:cNvSpPr>
            <a:spLocks noGrp="1" noChangeArrowheads="1"/>
          </p:cNvSpPr>
          <p:nvPr>
            <p:ph type="dt" idx="1"/>
          </p:nvPr>
        </p:nvSpPr>
        <p:spPr bwMode="auto">
          <a:xfrm>
            <a:off x="4021139" y="1"/>
            <a:ext cx="3076575" cy="512763"/>
          </a:xfrm>
          <a:prstGeom prst="rect">
            <a:avLst/>
          </a:prstGeom>
          <a:noFill/>
          <a:ln w="9525">
            <a:noFill/>
            <a:miter lim="800000"/>
          </a:ln>
          <a:effectLst/>
        </p:spPr>
        <p:txBody>
          <a:bodyPr vert="horz" wrap="square" lIns="91492" tIns="45745" rIns="91492" bIns="45745" numCol="1" anchor="t" anchorCtr="0" compatLnSpc="1"/>
          <a:lstStyle>
            <a:lvl1pPr algn="r">
              <a:defRPr sz="1100"/>
            </a:lvl1pPr>
          </a:lstStyle>
          <a:p>
            <a:endParaRPr lang="en-US"/>
          </a:p>
        </p:txBody>
      </p:sp>
      <p:sp>
        <p:nvSpPr>
          <p:cNvPr id="1048660" name="Rectangle 4"/>
          <p:cNvSpPr>
            <a:spLocks noGrp="1" noRot="1" noChangeAspect="1" noChangeArrowheads="1" noTextEdit="1"/>
          </p:cNvSpPr>
          <p:nvPr>
            <p:ph type="sldImg" idx="2"/>
          </p:nvPr>
        </p:nvSpPr>
        <p:spPr bwMode="auto">
          <a:xfrm>
            <a:off x="990600" y="766763"/>
            <a:ext cx="5118100" cy="3838575"/>
          </a:xfrm>
          <a:prstGeom prst="rect">
            <a:avLst/>
          </a:prstGeom>
          <a:noFill/>
          <a:ln w="9525">
            <a:solidFill>
              <a:srgbClr val="000000"/>
            </a:solidFill>
            <a:miter lim="800000"/>
          </a:ln>
          <a:effectLst/>
        </p:spPr>
      </p:sp>
      <p:sp>
        <p:nvSpPr>
          <p:cNvPr id="1048661" name="Rectangle 5"/>
          <p:cNvSpPr>
            <a:spLocks noGrp="1" noChangeArrowheads="1"/>
          </p:cNvSpPr>
          <p:nvPr>
            <p:ph type="body" sz="quarter" idx="3"/>
          </p:nvPr>
        </p:nvSpPr>
        <p:spPr bwMode="auto">
          <a:xfrm>
            <a:off x="709614" y="4862514"/>
            <a:ext cx="5680075" cy="4605337"/>
          </a:xfrm>
          <a:prstGeom prst="rect">
            <a:avLst/>
          </a:prstGeom>
          <a:noFill/>
          <a:ln w="9525">
            <a:noFill/>
            <a:miter lim="800000"/>
          </a:ln>
          <a:effectLst/>
        </p:spPr>
        <p:txBody>
          <a:bodyPr vert="horz" wrap="square" lIns="91492" tIns="45745" rIns="91492" bIns="45745" numCol="1" anchor="t" anchorCtr="0" compatLnSpc="1"/>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048662" name="Rectangle 6"/>
          <p:cNvSpPr>
            <a:spLocks noGrp="1" noChangeArrowheads="1"/>
          </p:cNvSpPr>
          <p:nvPr>
            <p:ph type="ftr" sz="quarter" idx="4"/>
          </p:nvPr>
        </p:nvSpPr>
        <p:spPr bwMode="auto">
          <a:xfrm>
            <a:off x="2" y="9720264"/>
            <a:ext cx="3076575" cy="512762"/>
          </a:xfrm>
          <a:prstGeom prst="rect">
            <a:avLst/>
          </a:prstGeom>
          <a:noFill/>
          <a:ln w="9525">
            <a:noFill/>
            <a:miter lim="800000"/>
          </a:ln>
          <a:effectLst/>
        </p:spPr>
        <p:txBody>
          <a:bodyPr vert="horz" wrap="square" lIns="91492" tIns="45745" rIns="91492" bIns="45745" numCol="1" anchor="b" anchorCtr="0" compatLnSpc="1"/>
          <a:lstStyle>
            <a:lvl1pPr algn="l">
              <a:defRPr sz="1100"/>
            </a:lvl1pPr>
          </a:lstStyle>
          <a:p>
            <a:endParaRPr lang="en-US"/>
          </a:p>
        </p:txBody>
      </p:sp>
      <p:sp>
        <p:nvSpPr>
          <p:cNvPr id="1048663" name="Rectangle 7"/>
          <p:cNvSpPr>
            <a:spLocks noGrp="1" noChangeArrowheads="1"/>
          </p:cNvSpPr>
          <p:nvPr>
            <p:ph type="sldNum" sz="quarter" idx="5"/>
          </p:nvPr>
        </p:nvSpPr>
        <p:spPr bwMode="auto">
          <a:xfrm>
            <a:off x="4021139" y="9720264"/>
            <a:ext cx="3076575" cy="512762"/>
          </a:xfrm>
          <a:prstGeom prst="rect">
            <a:avLst/>
          </a:prstGeom>
          <a:noFill/>
          <a:ln w="9525">
            <a:noFill/>
            <a:miter lim="800000"/>
          </a:ln>
          <a:effectLst/>
        </p:spPr>
        <p:txBody>
          <a:bodyPr vert="horz" wrap="square" lIns="91492" tIns="45745" rIns="91492" bIns="45745" numCol="1" anchor="b" anchorCtr="0" compatLnSpc="1"/>
          <a:lstStyle>
            <a:lvl1pPr algn="r">
              <a:defRPr sz="1100"/>
            </a:lvl1pPr>
          </a:lstStyle>
          <a:p>
            <a:fld id="{A9A0EA98-5831-4853-B862-C702E6EB345C}" type="slidenum">
              <a:rPr lang="en-US"/>
              <a:t>‹#›</a:t>
            </a:fld>
            <a:endParaRPr lang="en-US"/>
          </a:p>
        </p:txBody>
      </p:sp>
    </p:spTree>
  </p:cSld>
  <p:clrMap bg1="lt1" tx1="dk1" bg2="lt2" tx2="dk2" accent1="accent1" accent2="accent2" accent3="accent3" accent4="accent4" accent5="accent5" accent6="accent6" hlink="hlink" folHlink="folHlink"/>
  <p:notesStyle>
    <a:lvl1pPr algn="l" rtl="0" fontAlgn="base">
      <a:spcBef>
        <a:spcPct val="30000"/>
      </a:spcBef>
      <a:spcAft>
        <a:spcPct val="0"/>
      </a:spcAft>
      <a:defRPr sz="1200" kern="1200">
        <a:solidFill>
          <a:schemeClr val="tx1"/>
        </a:solidFill>
        <a:latin typeface="Arial" panose="020B0604020202020204" pitchFamily="34" charset="0"/>
        <a:ea typeface="+mn-ea"/>
        <a:cs typeface="+mn-cs"/>
      </a:defRPr>
    </a:lvl1pPr>
    <a:lvl2pPr marL="457200" algn="l" rtl="0" fontAlgn="base">
      <a:spcBef>
        <a:spcPct val="30000"/>
      </a:spcBef>
      <a:spcAft>
        <a:spcPct val="0"/>
      </a:spcAft>
      <a:defRPr sz="1200" kern="1200">
        <a:solidFill>
          <a:schemeClr val="tx1"/>
        </a:solidFill>
        <a:latin typeface="Arial" panose="020B0604020202020204" pitchFamily="34" charset="0"/>
        <a:ea typeface="+mn-ea"/>
        <a:cs typeface="+mn-cs"/>
      </a:defRPr>
    </a:lvl2pPr>
    <a:lvl3pPr marL="914400" algn="l" rtl="0" fontAlgn="base">
      <a:spcBef>
        <a:spcPct val="30000"/>
      </a:spcBef>
      <a:spcAft>
        <a:spcPct val="0"/>
      </a:spcAft>
      <a:defRPr sz="1200" kern="1200">
        <a:solidFill>
          <a:schemeClr val="tx1"/>
        </a:solidFill>
        <a:latin typeface="Arial" panose="020B0604020202020204" pitchFamily="34" charset="0"/>
        <a:ea typeface="+mn-ea"/>
        <a:cs typeface="+mn-cs"/>
      </a:defRPr>
    </a:lvl3pPr>
    <a:lvl4pPr marL="1371600" algn="l" rtl="0" fontAlgn="base">
      <a:spcBef>
        <a:spcPct val="30000"/>
      </a:spcBef>
      <a:spcAft>
        <a:spcPct val="0"/>
      </a:spcAft>
      <a:defRPr sz="1200" kern="1200">
        <a:solidFill>
          <a:schemeClr val="tx1"/>
        </a:solidFill>
        <a:latin typeface="Arial" panose="020B0604020202020204" pitchFamily="34" charset="0"/>
        <a:ea typeface="+mn-ea"/>
        <a:cs typeface="+mn-cs"/>
      </a:defRPr>
    </a:lvl4pPr>
    <a:lvl5pPr marL="1828800" algn="l" rtl="0" fontAlgn="base">
      <a:spcBef>
        <a:spcPct val="30000"/>
      </a:spcBef>
      <a:spcAft>
        <a:spcPct val="0"/>
      </a:spcAft>
      <a:defRPr sz="1200" kern="1200">
        <a:solidFill>
          <a:schemeClr val="tx1"/>
        </a:solidFill>
        <a:latin typeface="Arial" panose="020B0604020202020204" pitchFamily="34" charset="0"/>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1048590" name="Title 1"/>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GB"/>
          </a:p>
        </p:txBody>
      </p:sp>
      <p:sp>
        <p:nvSpPr>
          <p:cNvPr id="1048591"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GB"/>
          </a:p>
        </p:txBody>
      </p:sp>
      <p:sp>
        <p:nvSpPr>
          <p:cNvPr id="1048592" name="Date Placeholder 3"/>
          <p:cNvSpPr>
            <a:spLocks noGrp="1"/>
          </p:cNvSpPr>
          <p:nvPr>
            <p:ph type="dt" sz="half" idx="10"/>
          </p:nvPr>
        </p:nvSpPr>
        <p:spPr/>
        <p:txBody>
          <a:bodyPr/>
          <a:lstStyle/>
          <a:p>
            <a:fld id="{2E09D5BC-B7A8-489A-8376-CDE881186D6F}" type="datetimeFigureOut">
              <a:rPr lang="en-GB" smtClean="0"/>
              <a:t>16/12/2025</a:t>
            </a:fld>
            <a:endParaRPr lang="en-GB"/>
          </a:p>
        </p:txBody>
      </p:sp>
      <p:sp>
        <p:nvSpPr>
          <p:cNvPr id="1048593" name="Footer Placeholder 4"/>
          <p:cNvSpPr>
            <a:spLocks noGrp="1"/>
          </p:cNvSpPr>
          <p:nvPr>
            <p:ph type="ftr" sz="quarter" idx="11"/>
          </p:nvPr>
        </p:nvSpPr>
        <p:spPr/>
        <p:txBody>
          <a:bodyPr/>
          <a:lstStyle/>
          <a:p>
            <a:endParaRPr lang="en-GB"/>
          </a:p>
        </p:txBody>
      </p:sp>
      <p:sp>
        <p:nvSpPr>
          <p:cNvPr id="1048594" name="Slide Number Placeholder 5"/>
          <p:cNvSpPr>
            <a:spLocks noGrp="1"/>
          </p:cNvSpPr>
          <p:nvPr>
            <p:ph type="sldNum" sz="quarter" idx="12"/>
          </p:nvPr>
        </p:nvSpPr>
        <p:spPr/>
        <p:txBody>
          <a:bodyPr/>
          <a:lstStyle/>
          <a:p>
            <a:fld id="{A584241A-B7D7-4E42-8685-BBD0E9278D7E}" type="slidenum">
              <a:rPr lang="en-GB" smtClean="0"/>
              <a:t>‹#›</a:t>
            </a:fld>
            <a:endParaRPr lang="en-GB"/>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1048581" name="Title 1"/>
          <p:cNvSpPr>
            <a:spLocks noGrp="1"/>
          </p:cNvSpPr>
          <p:nvPr>
            <p:ph type="title"/>
          </p:nvPr>
        </p:nvSpPr>
        <p:spPr/>
        <p:txBody>
          <a:bodyPr/>
          <a:lstStyle/>
          <a:p>
            <a:r>
              <a:rPr lang="en-US"/>
              <a:t>Click to edit Master title style</a:t>
            </a:r>
            <a:endParaRPr lang="en-GB"/>
          </a:p>
        </p:txBody>
      </p:sp>
      <p:sp>
        <p:nvSpPr>
          <p:cNvPr id="1048582"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1048583" name="Date Placeholder 3"/>
          <p:cNvSpPr>
            <a:spLocks noGrp="1"/>
          </p:cNvSpPr>
          <p:nvPr>
            <p:ph type="dt" sz="half" idx="10"/>
          </p:nvPr>
        </p:nvSpPr>
        <p:spPr/>
        <p:txBody>
          <a:bodyPr/>
          <a:lstStyle/>
          <a:p>
            <a:fld id="{2E09D5BC-B7A8-489A-8376-CDE881186D6F}" type="datetimeFigureOut">
              <a:rPr lang="en-GB" smtClean="0"/>
              <a:t>16/12/2025</a:t>
            </a:fld>
            <a:endParaRPr lang="en-GB"/>
          </a:p>
        </p:txBody>
      </p:sp>
      <p:sp>
        <p:nvSpPr>
          <p:cNvPr id="1048584" name="Footer Placeholder 4"/>
          <p:cNvSpPr>
            <a:spLocks noGrp="1"/>
          </p:cNvSpPr>
          <p:nvPr>
            <p:ph type="ftr" sz="quarter" idx="11"/>
          </p:nvPr>
        </p:nvSpPr>
        <p:spPr/>
        <p:txBody>
          <a:bodyPr/>
          <a:lstStyle/>
          <a:p>
            <a:endParaRPr lang="en-GB"/>
          </a:p>
        </p:txBody>
      </p:sp>
      <p:sp>
        <p:nvSpPr>
          <p:cNvPr id="1048585" name="Slide Number Placeholder 5"/>
          <p:cNvSpPr>
            <a:spLocks noGrp="1"/>
          </p:cNvSpPr>
          <p:nvPr>
            <p:ph type="sldNum" sz="quarter" idx="12"/>
          </p:nvPr>
        </p:nvSpPr>
        <p:spPr/>
        <p:txBody>
          <a:bodyPr/>
          <a:lstStyle/>
          <a:p>
            <a:fld id="{A584241A-B7D7-4E42-8685-BBD0E9278D7E}" type="slidenum">
              <a:rPr lang="en-GB" smtClean="0"/>
              <a:t>‹#›</a:t>
            </a:fld>
            <a:endParaRPr lang="en-GB"/>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1048630" name="Title 1"/>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GB"/>
          </a:p>
        </p:txBody>
      </p:sp>
      <p:sp>
        <p:nvSpPr>
          <p:cNvPr id="1048631" name="Text Placeholder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1048632" name="Date Placeholder 3"/>
          <p:cNvSpPr>
            <a:spLocks noGrp="1"/>
          </p:cNvSpPr>
          <p:nvPr>
            <p:ph type="dt" sz="half" idx="10"/>
          </p:nvPr>
        </p:nvSpPr>
        <p:spPr/>
        <p:txBody>
          <a:bodyPr/>
          <a:lstStyle/>
          <a:p>
            <a:fld id="{2E09D5BC-B7A8-489A-8376-CDE881186D6F}" type="datetimeFigureOut">
              <a:rPr lang="en-GB" smtClean="0"/>
              <a:t>16/12/2025</a:t>
            </a:fld>
            <a:endParaRPr lang="en-GB"/>
          </a:p>
        </p:txBody>
      </p:sp>
      <p:sp>
        <p:nvSpPr>
          <p:cNvPr id="1048633" name="Footer Placeholder 4"/>
          <p:cNvSpPr>
            <a:spLocks noGrp="1"/>
          </p:cNvSpPr>
          <p:nvPr>
            <p:ph type="ftr" sz="quarter" idx="11"/>
          </p:nvPr>
        </p:nvSpPr>
        <p:spPr/>
        <p:txBody>
          <a:bodyPr/>
          <a:lstStyle/>
          <a:p>
            <a:endParaRPr lang="en-GB"/>
          </a:p>
        </p:txBody>
      </p:sp>
      <p:sp>
        <p:nvSpPr>
          <p:cNvPr id="1048634" name="Slide Number Placeholder 5"/>
          <p:cNvSpPr>
            <a:spLocks noGrp="1"/>
          </p:cNvSpPr>
          <p:nvPr>
            <p:ph type="sldNum" sz="quarter" idx="12"/>
          </p:nvPr>
        </p:nvSpPr>
        <p:spPr/>
        <p:txBody>
          <a:bodyPr/>
          <a:lstStyle/>
          <a:p>
            <a:fld id="{A584241A-B7D7-4E42-8685-BBD0E9278D7E}" type="slidenum">
              <a:rPr lang="en-GB" smtClean="0"/>
              <a:t>‹#›</a:t>
            </a:fld>
            <a:endParaRPr lang="en-GB"/>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1048635" name="Title 1"/>
          <p:cNvSpPr>
            <a:spLocks noGrp="1"/>
          </p:cNvSpPr>
          <p:nvPr>
            <p:ph type="title"/>
          </p:nvPr>
        </p:nvSpPr>
        <p:spPr/>
        <p:txBody>
          <a:bodyPr/>
          <a:lstStyle/>
          <a:p>
            <a:r>
              <a:rPr lang="en-US"/>
              <a:t>Click to edit Master title style</a:t>
            </a:r>
            <a:endParaRPr lang="en-GB"/>
          </a:p>
        </p:txBody>
      </p:sp>
      <p:sp>
        <p:nvSpPr>
          <p:cNvPr id="1048636" name="Content Placeholder 2"/>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1048637" name="Content Placeholder 3"/>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1048638" name="Date Placeholder 4"/>
          <p:cNvSpPr>
            <a:spLocks noGrp="1"/>
          </p:cNvSpPr>
          <p:nvPr>
            <p:ph type="dt" sz="half" idx="10"/>
          </p:nvPr>
        </p:nvSpPr>
        <p:spPr/>
        <p:txBody>
          <a:bodyPr/>
          <a:lstStyle/>
          <a:p>
            <a:fld id="{2E09D5BC-B7A8-489A-8376-CDE881186D6F}" type="datetimeFigureOut">
              <a:rPr lang="en-GB" smtClean="0"/>
              <a:t>16/12/2025</a:t>
            </a:fld>
            <a:endParaRPr lang="en-GB"/>
          </a:p>
        </p:txBody>
      </p:sp>
      <p:sp>
        <p:nvSpPr>
          <p:cNvPr id="1048639" name="Footer Placeholder 5"/>
          <p:cNvSpPr>
            <a:spLocks noGrp="1"/>
          </p:cNvSpPr>
          <p:nvPr>
            <p:ph type="ftr" sz="quarter" idx="11"/>
          </p:nvPr>
        </p:nvSpPr>
        <p:spPr/>
        <p:txBody>
          <a:bodyPr/>
          <a:lstStyle/>
          <a:p>
            <a:endParaRPr lang="en-GB"/>
          </a:p>
        </p:txBody>
      </p:sp>
      <p:sp>
        <p:nvSpPr>
          <p:cNvPr id="1048640" name="Slide Number Placeholder 6"/>
          <p:cNvSpPr>
            <a:spLocks noGrp="1"/>
          </p:cNvSpPr>
          <p:nvPr>
            <p:ph type="sldNum" sz="quarter" idx="12"/>
          </p:nvPr>
        </p:nvSpPr>
        <p:spPr/>
        <p:txBody>
          <a:bodyPr/>
          <a:lstStyle/>
          <a:p>
            <a:fld id="{A584241A-B7D7-4E42-8685-BBD0E9278D7E}" type="slidenum">
              <a:rPr lang="en-GB" smtClean="0"/>
              <a:t>‹#›</a:t>
            </a:fld>
            <a:endParaRPr lang="en-GB"/>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1048641" name="Title 1"/>
          <p:cNvSpPr>
            <a:spLocks noGrp="1"/>
          </p:cNvSpPr>
          <p:nvPr>
            <p:ph type="title"/>
          </p:nvPr>
        </p:nvSpPr>
        <p:spPr>
          <a:xfrm>
            <a:off x="839788" y="365125"/>
            <a:ext cx="10515600" cy="1325563"/>
          </a:xfrm>
        </p:spPr>
        <p:txBody>
          <a:bodyPr/>
          <a:lstStyle/>
          <a:p>
            <a:r>
              <a:rPr lang="en-US"/>
              <a:t>Click to edit Master title style</a:t>
            </a:r>
            <a:endParaRPr lang="en-GB"/>
          </a:p>
        </p:txBody>
      </p:sp>
      <p:sp>
        <p:nvSpPr>
          <p:cNvPr id="1048642" name="Text Placehold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1048643" name="Content Placeholder 3"/>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1048644"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1048645" name="Content Placeholder 5"/>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1048646" name="Date Placeholder 6"/>
          <p:cNvSpPr>
            <a:spLocks noGrp="1"/>
          </p:cNvSpPr>
          <p:nvPr>
            <p:ph type="dt" sz="half" idx="10"/>
          </p:nvPr>
        </p:nvSpPr>
        <p:spPr/>
        <p:txBody>
          <a:bodyPr/>
          <a:lstStyle/>
          <a:p>
            <a:fld id="{2E09D5BC-B7A8-489A-8376-CDE881186D6F}" type="datetimeFigureOut">
              <a:rPr lang="en-GB" smtClean="0"/>
              <a:t>16/12/2025</a:t>
            </a:fld>
            <a:endParaRPr lang="en-GB"/>
          </a:p>
        </p:txBody>
      </p:sp>
      <p:sp>
        <p:nvSpPr>
          <p:cNvPr id="1048647" name="Footer Placeholder 7"/>
          <p:cNvSpPr>
            <a:spLocks noGrp="1"/>
          </p:cNvSpPr>
          <p:nvPr>
            <p:ph type="ftr" sz="quarter" idx="11"/>
          </p:nvPr>
        </p:nvSpPr>
        <p:spPr/>
        <p:txBody>
          <a:bodyPr/>
          <a:lstStyle/>
          <a:p>
            <a:endParaRPr lang="en-GB"/>
          </a:p>
        </p:txBody>
      </p:sp>
      <p:sp>
        <p:nvSpPr>
          <p:cNvPr id="1048648" name="Slide Number Placeholder 8"/>
          <p:cNvSpPr>
            <a:spLocks noGrp="1"/>
          </p:cNvSpPr>
          <p:nvPr>
            <p:ph type="sldNum" sz="quarter" idx="12"/>
          </p:nvPr>
        </p:nvSpPr>
        <p:spPr/>
        <p:txBody>
          <a:bodyPr/>
          <a:lstStyle/>
          <a:p>
            <a:fld id="{A584241A-B7D7-4E42-8685-BBD0E9278D7E}" type="slidenum">
              <a:rPr lang="en-GB" smtClean="0"/>
              <a:t>‹#›</a:t>
            </a:fld>
            <a:endParaRPr lang="en-GB"/>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1048610" name="Title 1"/>
          <p:cNvSpPr>
            <a:spLocks noGrp="1"/>
          </p:cNvSpPr>
          <p:nvPr>
            <p:ph type="title"/>
          </p:nvPr>
        </p:nvSpPr>
        <p:spPr/>
        <p:txBody>
          <a:bodyPr/>
          <a:lstStyle/>
          <a:p>
            <a:r>
              <a:rPr lang="en-US"/>
              <a:t>Click to edit Master title style</a:t>
            </a:r>
            <a:endParaRPr lang="en-GB"/>
          </a:p>
        </p:txBody>
      </p:sp>
      <p:sp>
        <p:nvSpPr>
          <p:cNvPr id="1048611" name="Date Placeholder 2"/>
          <p:cNvSpPr>
            <a:spLocks noGrp="1"/>
          </p:cNvSpPr>
          <p:nvPr>
            <p:ph type="dt" sz="half" idx="10"/>
          </p:nvPr>
        </p:nvSpPr>
        <p:spPr/>
        <p:txBody>
          <a:bodyPr/>
          <a:lstStyle/>
          <a:p>
            <a:fld id="{2E09D5BC-B7A8-489A-8376-CDE881186D6F}" type="datetimeFigureOut">
              <a:rPr lang="en-GB" smtClean="0"/>
              <a:t>16/12/2025</a:t>
            </a:fld>
            <a:endParaRPr lang="en-GB"/>
          </a:p>
        </p:txBody>
      </p:sp>
      <p:sp>
        <p:nvSpPr>
          <p:cNvPr id="1048612" name="Footer Placeholder 3"/>
          <p:cNvSpPr>
            <a:spLocks noGrp="1"/>
          </p:cNvSpPr>
          <p:nvPr>
            <p:ph type="ftr" sz="quarter" idx="11"/>
          </p:nvPr>
        </p:nvSpPr>
        <p:spPr/>
        <p:txBody>
          <a:bodyPr/>
          <a:lstStyle/>
          <a:p>
            <a:endParaRPr lang="en-GB"/>
          </a:p>
        </p:txBody>
      </p:sp>
      <p:sp>
        <p:nvSpPr>
          <p:cNvPr id="1048613" name="Slide Number Placeholder 4"/>
          <p:cNvSpPr>
            <a:spLocks noGrp="1"/>
          </p:cNvSpPr>
          <p:nvPr>
            <p:ph type="sldNum" sz="quarter" idx="12"/>
          </p:nvPr>
        </p:nvSpPr>
        <p:spPr/>
        <p:txBody>
          <a:bodyPr/>
          <a:lstStyle/>
          <a:p>
            <a:fld id="{A584241A-B7D7-4E42-8685-BBD0E9278D7E}" type="slidenum">
              <a:rPr lang="en-GB" smtClean="0"/>
              <a:t>‹#›</a:t>
            </a:fld>
            <a:endParaRPr lang="en-GB"/>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1048649" name="Date Placeholder 1"/>
          <p:cNvSpPr>
            <a:spLocks noGrp="1"/>
          </p:cNvSpPr>
          <p:nvPr>
            <p:ph type="dt" sz="half" idx="10"/>
          </p:nvPr>
        </p:nvSpPr>
        <p:spPr/>
        <p:txBody>
          <a:bodyPr/>
          <a:lstStyle/>
          <a:p>
            <a:fld id="{2E09D5BC-B7A8-489A-8376-CDE881186D6F}" type="datetimeFigureOut">
              <a:rPr lang="en-GB" smtClean="0"/>
              <a:t>16/12/2025</a:t>
            </a:fld>
            <a:endParaRPr lang="en-GB"/>
          </a:p>
        </p:txBody>
      </p:sp>
      <p:sp>
        <p:nvSpPr>
          <p:cNvPr id="1048650" name="Footer Placeholder 2"/>
          <p:cNvSpPr>
            <a:spLocks noGrp="1"/>
          </p:cNvSpPr>
          <p:nvPr>
            <p:ph type="ftr" sz="quarter" idx="11"/>
          </p:nvPr>
        </p:nvSpPr>
        <p:spPr/>
        <p:txBody>
          <a:bodyPr/>
          <a:lstStyle/>
          <a:p>
            <a:endParaRPr lang="en-GB"/>
          </a:p>
        </p:txBody>
      </p:sp>
      <p:sp>
        <p:nvSpPr>
          <p:cNvPr id="1048651" name="Slide Number Placeholder 3"/>
          <p:cNvSpPr>
            <a:spLocks noGrp="1"/>
          </p:cNvSpPr>
          <p:nvPr>
            <p:ph type="sldNum" sz="quarter" idx="12"/>
          </p:nvPr>
        </p:nvSpPr>
        <p:spPr/>
        <p:txBody>
          <a:bodyPr/>
          <a:lstStyle/>
          <a:p>
            <a:fld id="{A584241A-B7D7-4E42-8685-BBD0E9278D7E}" type="slidenum">
              <a:rPr lang="en-GB" smtClean="0"/>
              <a:t>‹#›</a:t>
            </a:fld>
            <a:endParaRPr lang="en-GB"/>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104865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GB"/>
          </a:p>
        </p:txBody>
      </p:sp>
      <p:sp>
        <p:nvSpPr>
          <p:cNvPr id="1048653" name="Content Placehold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104865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1048655" name="Date Placeholder 4"/>
          <p:cNvSpPr>
            <a:spLocks noGrp="1"/>
          </p:cNvSpPr>
          <p:nvPr>
            <p:ph type="dt" sz="half" idx="10"/>
          </p:nvPr>
        </p:nvSpPr>
        <p:spPr/>
        <p:txBody>
          <a:bodyPr/>
          <a:lstStyle/>
          <a:p>
            <a:fld id="{2E09D5BC-B7A8-489A-8376-CDE881186D6F}" type="datetimeFigureOut">
              <a:rPr lang="en-GB" smtClean="0"/>
              <a:t>16/12/2025</a:t>
            </a:fld>
            <a:endParaRPr lang="en-GB"/>
          </a:p>
        </p:txBody>
      </p:sp>
      <p:sp>
        <p:nvSpPr>
          <p:cNvPr id="1048656" name="Footer Placeholder 5"/>
          <p:cNvSpPr>
            <a:spLocks noGrp="1"/>
          </p:cNvSpPr>
          <p:nvPr>
            <p:ph type="ftr" sz="quarter" idx="11"/>
          </p:nvPr>
        </p:nvSpPr>
        <p:spPr/>
        <p:txBody>
          <a:bodyPr/>
          <a:lstStyle/>
          <a:p>
            <a:endParaRPr lang="en-GB"/>
          </a:p>
        </p:txBody>
      </p:sp>
      <p:sp>
        <p:nvSpPr>
          <p:cNvPr id="1048657" name="Slide Number Placeholder 6"/>
          <p:cNvSpPr>
            <a:spLocks noGrp="1"/>
          </p:cNvSpPr>
          <p:nvPr>
            <p:ph type="sldNum" sz="quarter" idx="12"/>
          </p:nvPr>
        </p:nvSpPr>
        <p:spPr/>
        <p:txBody>
          <a:bodyPr/>
          <a:lstStyle/>
          <a:p>
            <a:fld id="{A584241A-B7D7-4E42-8685-BBD0E9278D7E}" type="slidenum">
              <a:rPr lang="en-GB" smtClean="0"/>
              <a:t>‹#›</a:t>
            </a:fld>
            <a:endParaRPr lang="en-GB"/>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1048619"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GB"/>
          </a:p>
        </p:txBody>
      </p:sp>
      <p:sp>
        <p:nvSpPr>
          <p:cNvPr id="1048620" name="Picture Placeholder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GB"/>
          </a:p>
        </p:txBody>
      </p:sp>
      <p:sp>
        <p:nvSpPr>
          <p:cNvPr id="1048621"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1048622" name="Date Placeholder 4"/>
          <p:cNvSpPr>
            <a:spLocks noGrp="1"/>
          </p:cNvSpPr>
          <p:nvPr>
            <p:ph type="dt" sz="half" idx="10"/>
          </p:nvPr>
        </p:nvSpPr>
        <p:spPr/>
        <p:txBody>
          <a:bodyPr/>
          <a:lstStyle/>
          <a:p>
            <a:fld id="{2E09D5BC-B7A8-489A-8376-CDE881186D6F}" type="datetimeFigureOut">
              <a:rPr lang="en-GB" smtClean="0"/>
              <a:t>16/12/2025</a:t>
            </a:fld>
            <a:endParaRPr lang="en-GB"/>
          </a:p>
        </p:txBody>
      </p:sp>
      <p:sp>
        <p:nvSpPr>
          <p:cNvPr id="1048623" name="Footer Placeholder 5"/>
          <p:cNvSpPr>
            <a:spLocks noGrp="1"/>
          </p:cNvSpPr>
          <p:nvPr>
            <p:ph type="ftr" sz="quarter" idx="11"/>
          </p:nvPr>
        </p:nvSpPr>
        <p:spPr/>
        <p:txBody>
          <a:bodyPr/>
          <a:lstStyle/>
          <a:p>
            <a:endParaRPr lang="en-GB"/>
          </a:p>
        </p:txBody>
      </p:sp>
      <p:sp>
        <p:nvSpPr>
          <p:cNvPr id="1048624" name="Slide Number Placeholder 6"/>
          <p:cNvSpPr>
            <a:spLocks noGrp="1"/>
          </p:cNvSpPr>
          <p:nvPr>
            <p:ph type="sldNum" sz="quarter" idx="12"/>
          </p:nvPr>
        </p:nvSpPr>
        <p:spPr/>
        <p:txBody>
          <a:bodyPr/>
          <a:lstStyle/>
          <a:p>
            <a:fld id="{A584241A-B7D7-4E42-8685-BBD0E9278D7E}" type="slidenum">
              <a:rPr lang="en-GB" smtClean="0"/>
              <a:t>‹#›</a:t>
            </a:fld>
            <a:endParaRPr lang="en-GB"/>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1048625" name="Title 1"/>
          <p:cNvSpPr>
            <a:spLocks noGrp="1"/>
          </p:cNvSpPr>
          <p:nvPr>
            <p:ph type="title"/>
          </p:nvPr>
        </p:nvSpPr>
        <p:spPr/>
        <p:txBody>
          <a:bodyPr/>
          <a:lstStyle/>
          <a:p>
            <a:r>
              <a:rPr lang="en-US"/>
              <a:t>Click to edit Master title style</a:t>
            </a:r>
            <a:endParaRPr lang="en-GB"/>
          </a:p>
        </p:txBody>
      </p:sp>
      <p:sp>
        <p:nvSpPr>
          <p:cNvPr id="1048626"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1048627" name="Date Placeholder 3"/>
          <p:cNvSpPr>
            <a:spLocks noGrp="1"/>
          </p:cNvSpPr>
          <p:nvPr>
            <p:ph type="dt" sz="half" idx="10"/>
          </p:nvPr>
        </p:nvSpPr>
        <p:spPr/>
        <p:txBody>
          <a:bodyPr/>
          <a:lstStyle/>
          <a:p>
            <a:fld id="{2E09D5BC-B7A8-489A-8376-CDE881186D6F}" type="datetimeFigureOut">
              <a:rPr lang="en-GB" smtClean="0"/>
              <a:t>16/12/2025</a:t>
            </a:fld>
            <a:endParaRPr lang="en-GB"/>
          </a:p>
        </p:txBody>
      </p:sp>
      <p:sp>
        <p:nvSpPr>
          <p:cNvPr id="1048628" name="Footer Placeholder 4"/>
          <p:cNvSpPr>
            <a:spLocks noGrp="1"/>
          </p:cNvSpPr>
          <p:nvPr>
            <p:ph type="ftr" sz="quarter" idx="11"/>
          </p:nvPr>
        </p:nvSpPr>
        <p:spPr/>
        <p:txBody>
          <a:bodyPr/>
          <a:lstStyle/>
          <a:p>
            <a:endParaRPr lang="en-GB"/>
          </a:p>
        </p:txBody>
      </p:sp>
      <p:sp>
        <p:nvSpPr>
          <p:cNvPr id="1048629" name="Slide Number Placeholder 5"/>
          <p:cNvSpPr>
            <a:spLocks noGrp="1"/>
          </p:cNvSpPr>
          <p:nvPr>
            <p:ph type="sldNum" sz="quarter" idx="12"/>
          </p:nvPr>
        </p:nvSpPr>
        <p:spPr/>
        <p:txBody>
          <a:bodyPr/>
          <a:lstStyle/>
          <a:p>
            <a:fld id="{A584241A-B7D7-4E42-8685-BBD0E9278D7E}" type="slidenum">
              <a:rPr lang="en-GB" smtClean="0"/>
              <a:t>‹#›</a:t>
            </a:fld>
            <a:endParaRPr lang="en-GB"/>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1048614" name="Vertical Title 1"/>
          <p:cNvSpPr>
            <a:spLocks noGrp="1"/>
          </p:cNvSpPr>
          <p:nvPr>
            <p:ph type="title" orient="vert"/>
          </p:nvPr>
        </p:nvSpPr>
        <p:spPr>
          <a:xfrm>
            <a:off x="8724900" y="365125"/>
            <a:ext cx="2628900" cy="5811838"/>
          </a:xfrm>
        </p:spPr>
        <p:txBody>
          <a:bodyPr vert="eaVert"/>
          <a:lstStyle/>
          <a:p>
            <a:r>
              <a:rPr lang="en-US"/>
              <a:t>Click to edit Master title style</a:t>
            </a:r>
            <a:endParaRPr lang="en-GB"/>
          </a:p>
        </p:txBody>
      </p:sp>
      <p:sp>
        <p:nvSpPr>
          <p:cNvPr id="1048615" name="Vertical Text Placeholder 2"/>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1048616" name="Date Placeholder 3"/>
          <p:cNvSpPr>
            <a:spLocks noGrp="1"/>
          </p:cNvSpPr>
          <p:nvPr>
            <p:ph type="dt" sz="half" idx="10"/>
          </p:nvPr>
        </p:nvSpPr>
        <p:spPr/>
        <p:txBody>
          <a:bodyPr/>
          <a:lstStyle/>
          <a:p>
            <a:fld id="{2E09D5BC-B7A8-489A-8376-CDE881186D6F}" type="datetimeFigureOut">
              <a:rPr lang="en-GB" smtClean="0"/>
              <a:t>16/12/2025</a:t>
            </a:fld>
            <a:endParaRPr lang="en-GB"/>
          </a:p>
        </p:txBody>
      </p:sp>
      <p:sp>
        <p:nvSpPr>
          <p:cNvPr id="1048617" name="Footer Placeholder 4"/>
          <p:cNvSpPr>
            <a:spLocks noGrp="1"/>
          </p:cNvSpPr>
          <p:nvPr>
            <p:ph type="ftr" sz="quarter" idx="11"/>
          </p:nvPr>
        </p:nvSpPr>
        <p:spPr/>
        <p:txBody>
          <a:bodyPr/>
          <a:lstStyle/>
          <a:p>
            <a:endParaRPr lang="en-GB"/>
          </a:p>
        </p:txBody>
      </p:sp>
      <p:sp>
        <p:nvSpPr>
          <p:cNvPr id="1048618" name="Slide Number Placeholder 5"/>
          <p:cNvSpPr>
            <a:spLocks noGrp="1"/>
          </p:cNvSpPr>
          <p:nvPr>
            <p:ph type="sldNum" sz="quarter" idx="12"/>
          </p:nvPr>
        </p:nvSpPr>
        <p:spPr/>
        <p:txBody>
          <a:bodyPr/>
          <a:lstStyle/>
          <a:p>
            <a:fld id="{A584241A-B7D7-4E42-8685-BBD0E9278D7E}" type="slidenum">
              <a:rPr lang="en-GB" smtClean="0"/>
              <a:t>‹#›</a:t>
            </a:fld>
            <a:endParaRPr lang="en-GB"/>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1048576"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GB"/>
          </a:p>
        </p:txBody>
      </p:sp>
      <p:sp>
        <p:nvSpPr>
          <p:cNvPr id="1048577"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1048578"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2E09D5BC-B7A8-489A-8376-CDE881186D6F}" type="datetimeFigureOut">
              <a:rPr lang="en-GB" smtClean="0"/>
              <a:t>16/12/2025</a:t>
            </a:fld>
            <a:endParaRPr lang="en-GB"/>
          </a:p>
        </p:txBody>
      </p:sp>
      <p:sp>
        <p:nvSpPr>
          <p:cNvPr id="1048579"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GB"/>
          </a:p>
        </p:txBody>
      </p:sp>
      <p:sp>
        <p:nvSpPr>
          <p:cNvPr id="1048580"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A584241A-B7D7-4E42-8685-BBD0E9278D7E}" type="slidenum">
              <a:rPr lang="en-GB" smtClean="0"/>
              <a:t>‹#›</a:t>
            </a:fld>
            <a:endParaRPr lang="en-GB"/>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8603" name="Title 1"/>
          <p:cNvSpPr>
            <a:spLocks noGrp="1"/>
          </p:cNvSpPr>
          <p:nvPr>
            <p:ph type="title"/>
          </p:nvPr>
        </p:nvSpPr>
        <p:spPr>
          <a:xfrm>
            <a:off x="838200" y="365126"/>
            <a:ext cx="10515600" cy="671194"/>
          </a:xfrm>
        </p:spPr>
        <p:txBody>
          <a:bodyPr>
            <a:normAutofit/>
          </a:bodyPr>
          <a:lstStyle/>
          <a:p>
            <a:pPr algn="ctr"/>
            <a:r>
              <a:rPr lang="en-GB" b="1" dirty="0"/>
              <a:t>GROUP 0 MEMBERS </a:t>
            </a:r>
          </a:p>
        </p:txBody>
      </p:sp>
      <p:graphicFrame>
        <p:nvGraphicFramePr>
          <p:cNvPr id="4194305" name="Content Placeholder 3"/>
          <p:cNvGraphicFramePr>
            <a:graphicFrameLocks noGrp="1"/>
          </p:cNvGraphicFramePr>
          <p:nvPr>
            <p:ph idx="1"/>
          </p:nvPr>
        </p:nvGraphicFramePr>
        <p:xfrm>
          <a:off x="989215" y="1264921"/>
          <a:ext cx="8749145" cy="5242558"/>
        </p:xfrm>
        <a:graphic>
          <a:graphicData uri="http://schemas.openxmlformats.org/drawingml/2006/table">
            <a:tbl>
              <a:tblPr firstRow="1" firstCol="1" bandRow="1">
                <a:tableStyleId>{5C22544A-7EE6-4342-B048-85BDC9FD1C3A}</a:tableStyleId>
              </a:tblPr>
              <a:tblGrid>
                <a:gridCol w="791633">
                  <a:extLst>
                    <a:ext uri="{9D8B030D-6E8A-4147-A177-3AD203B41FA5}">
                      <a16:colId xmlns:a16="http://schemas.microsoft.com/office/drawing/2014/main" val="20000"/>
                    </a:ext>
                  </a:extLst>
                </a:gridCol>
                <a:gridCol w="3978756">
                  <a:extLst>
                    <a:ext uri="{9D8B030D-6E8A-4147-A177-3AD203B41FA5}">
                      <a16:colId xmlns:a16="http://schemas.microsoft.com/office/drawing/2014/main" val="20001"/>
                    </a:ext>
                  </a:extLst>
                </a:gridCol>
                <a:gridCol w="3978756">
                  <a:extLst>
                    <a:ext uri="{9D8B030D-6E8A-4147-A177-3AD203B41FA5}">
                      <a16:colId xmlns:a16="http://schemas.microsoft.com/office/drawing/2014/main" val="20002"/>
                    </a:ext>
                  </a:extLst>
                </a:gridCol>
              </a:tblGrid>
              <a:tr h="285957">
                <a:tc>
                  <a:txBody>
                    <a:bodyPr/>
                    <a:lstStyle/>
                    <a:p>
                      <a:pPr>
                        <a:lnSpc>
                          <a:spcPct val="107000"/>
                        </a:lnSpc>
                        <a:spcAft>
                          <a:spcPts val="0"/>
                        </a:spcAft>
                      </a:pPr>
                      <a:r>
                        <a:rPr lang="en-US" sz="1400" dirty="0">
                          <a:solidFill>
                            <a:schemeClr val="tx2">
                              <a:lumMod val="50000"/>
                            </a:schemeClr>
                          </a:solidFill>
                          <a:effectLst/>
                        </a:rPr>
                        <a:t>S/N</a:t>
                      </a:r>
                      <a:endParaRPr lang="en-GB" sz="1400" dirty="0">
                        <a:solidFill>
                          <a:schemeClr val="tx2">
                            <a:lumMod val="50000"/>
                          </a:schemeClr>
                        </a:solidFill>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solidFill>
                      <a:schemeClr val="accent2">
                        <a:lumMod val="60000"/>
                        <a:lumOff val="40000"/>
                      </a:schemeClr>
                    </a:solidFill>
                  </a:tcPr>
                </a:tc>
                <a:tc>
                  <a:txBody>
                    <a:bodyPr/>
                    <a:lstStyle/>
                    <a:p>
                      <a:pPr>
                        <a:lnSpc>
                          <a:spcPct val="107000"/>
                        </a:lnSpc>
                        <a:spcAft>
                          <a:spcPts val="0"/>
                        </a:spcAft>
                      </a:pPr>
                      <a:r>
                        <a:rPr lang="en-US" sz="1400" dirty="0">
                          <a:solidFill>
                            <a:schemeClr val="tx2">
                              <a:lumMod val="50000"/>
                            </a:schemeClr>
                          </a:solidFill>
                          <a:effectLst/>
                        </a:rPr>
                        <a:t>NAME</a:t>
                      </a:r>
                      <a:endParaRPr lang="en-GB" sz="1400" dirty="0">
                        <a:solidFill>
                          <a:schemeClr val="tx2">
                            <a:lumMod val="50000"/>
                          </a:schemeClr>
                        </a:solidFill>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solidFill>
                      <a:schemeClr val="accent2">
                        <a:lumMod val="60000"/>
                        <a:lumOff val="40000"/>
                      </a:schemeClr>
                    </a:solidFill>
                  </a:tcPr>
                </a:tc>
                <a:tc>
                  <a:txBody>
                    <a:bodyPr/>
                    <a:lstStyle/>
                    <a:p>
                      <a:pPr>
                        <a:lnSpc>
                          <a:spcPct val="107000"/>
                        </a:lnSpc>
                        <a:spcAft>
                          <a:spcPts val="0"/>
                        </a:spcAft>
                      </a:pPr>
                      <a:r>
                        <a:rPr lang="en-US" sz="1400" dirty="0">
                          <a:solidFill>
                            <a:schemeClr val="tx2">
                              <a:lumMod val="50000"/>
                            </a:schemeClr>
                          </a:solidFill>
                          <a:effectLst/>
                        </a:rPr>
                        <a:t>REGISTRATION NUMBER</a:t>
                      </a:r>
                      <a:endParaRPr lang="en-GB" sz="1400" dirty="0">
                        <a:solidFill>
                          <a:schemeClr val="tx2">
                            <a:lumMod val="50000"/>
                          </a:schemeClr>
                        </a:solidFill>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solidFill>
                      <a:schemeClr val="accent2">
                        <a:lumMod val="60000"/>
                        <a:lumOff val="40000"/>
                      </a:schemeClr>
                    </a:solidFill>
                  </a:tcPr>
                </a:tc>
                <a:extLst>
                  <a:ext uri="{0D108BD9-81ED-4DB2-BD59-A6C34878D82A}">
                    <a16:rowId xmlns:a16="http://schemas.microsoft.com/office/drawing/2014/main" val="10000"/>
                  </a:ext>
                </a:extLst>
              </a:tr>
              <a:tr h="381277">
                <a:tc>
                  <a:txBody>
                    <a:bodyPr/>
                    <a:lstStyle/>
                    <a:p>
                      <a:pPr marL="342900" lvl="0" indent="-342900">
                        <a:lnSpc>
                          <a:spcPct val="107000"/>
                        </a:lnSpc>
                        <a:spcAft>
                          <a:spcPts val="0"/>
                        </a:spcAft>
                        <a:buFont typeface="+mj-lt"/>
                        <a:buAutoNum type="arabicPeriod"/>
                      </a:pPr>
                      <a:r>
                        <a:rPr lang="en-US" sz="1400" dirty="0">
                          <a:effectLst/>
                        </a:rPr>
                        <a:t> </a:t>
                      </a:r>
                      <a:endParaRPr lang="en-GB" sz="14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solidFill>
                      <a:schemeClr val="accent2">
                        <a:lumMod val="75000"/>
                      </a:schemeClr>
                    </a:solidFill>
                  </a:tcPr>
                </a:tc>
                <a:tc>
                  <a:txBody>
                    <a:bodyPr/>
                    <a:lstStyle/>
                    <a:p>
                      <a:pPr>
                        <a:lnSpc>
                          <a:spcPct val="107000"/>
                        </a:lnSpc>
                        <a:spcAft>
                          <a:spcPts val="0"/>
                        </a:spcAft>
                      </a:pPr>
                      <a:r>
                        <a:rPr lang="en-US" sz="1400" b="1" dirty="0">
                          <a:effectLst/>
                        </a:rPr>
                        <a:t>THERESIA  MASANJA  LUSANIKA</a:t>
                      </a:r>
                      <a:endParaRPr lang="en-GB" sz="1400" b="1"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a:lnSpc>
                          <a:spcPct val="107000"/>
                        </a:lnSpc>
                        <a:spcAft>
                          <a:spcPts val="0"/>
                        </a:spcAft>
                      </a:pPr>
                      <a:r>
                        <a:rPr lang="en-US" sz="1400" b="1" dirty="0">
                          <a:effectLst/>
                        </a:rPr>
                        <a:t>NIT/BIT/2024/2510</a:t>
                      </a:r>
                      <a:endParaRPr lang="en-GB" sz="1400" b="1"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extLst>
                  <a:ext uri="{0D108BD9-81ED-4DB2-BD59-A6C34878D82A}">
                    <a16:rowId xmlns:a16="http://schemas.microsoft.com/office/drawing/2014/main" val="10001"/>
                  </a:ext>
                </a:extLst>
              </a:tr>
              <a:tr h="381277">
                <a:tc>
                  <a:txBody>
                    <a:bodyPr/>
                    <a:lstStyle/>
                    <a:p>
                      <a:pPr marL="0" lvl="0" indent="0">
                        <a:lnSpc>
                          <a:spcPct val="107000"/>
                        </a:lnSpc>
                        <a:spcAft>
                          <a:spcPts val="0"/>
                        </a:spcAft>
                        <a:buFont typeface="+mj-lt"/>
                        <a:buNone/>
                      </a:pPr>
                      <a:r>
                        <a:rPr lang="en-US" sz="1400" dirty="0">
                          <a:effectLst/>
                        </a:rPr>
                        <a:t>2 .</a:t>
                      </a:r>
                      <a:endParaRPr lang="en-GB" sz="14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solidFill>
                      <a:schemeClr val="accent2">
                        <a:lumMod val="75000"/>
                      </a:schemeClr>
                    </a:solidFill>
                  </a:tcPr>
                </a:tc>
                <a:tc>
                  <a:txBody>
                    <a:bodyPr/>
                    <a:lstStyle/>
                    <a:p>
                      <a:pPr>
                        <a:lnSpc>
                          <a:spcPct val="107000"/>
                        </a:lnSpc>
                        <a:spcAft>
                          <a:spcPts val="0"/>
                        </a:spcAft>
                      </a:pPr>
                      <a:r>
                        <a:rPr lang="en-US" sz="1400" b="1" dirty="0">
                          <a:effectLst/>
                        </a:rPr>
                        <a:t>MWINYIHAJI  ALI  MWINYIHAJI</a:t>
                      </a:r>
                      <a:endParaRPr lang="en-GB" sz="1400" b="1"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a:lnSpc>
                          <a:spcPct val="107000"/>
                        </a:lnSpc>
                        <a:spcAft>
                          <a:spcPts val="0"/>
                        </a:spcAft>
                      </a:pPr>
                      <a:r>
                        <a:rPr lang="en-US" sz="1400" b="1">
                          <a:effectLst/>
                        </a:rPr>
                        <a:t>NIT/BIT/2023/2270</a:t>
                      </a:r>
                      <a:endParaRPr lang="en-GB" sz="1400" b="1">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extLst>
                  <a:ext uri="{0D108BD9-81ED-4DB2-BD59-A6C34878D82A}">
                    <a16:rowId xmlns:a16="http://schemas.microsoft.com/office/drawing/2014/main" val="10002"/>
                  </a:ext>
                </a:extLst>
              </a:tr>
              <a:tr h="381277">
                <a:tc>
                  <a:txBody>
                    <a:bodyPr/>
                    <a:lstStyle/>
                    <a:p>
                      <a:pPr marL="0" lvl="0" indent="0">
                        <a:lnSpc>
                          <a:spcPct val="107000"/>
                        </a:lnSpc>
                        <a:spcAft>
                          <a:spcPts val="0"/>
                        </a:spcAft>
                        <a:buFont typeface="+mj-lt"/>
                        <a:buNone/>
                      </a:pPr>
                      <a:r>
                        <a:rPr lang="en-US" sz="1400" dirty="0">
                          <a:effectLst/>
                        </a:rPr>
                        <a:t>3. </a:t>
                      </a:r>
                      <a:endParaRPr lang="en-GB" sz="14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solidFill>
                      <a:schemeClr val="accent2">
                        <a:lumMod val="75000"/>
                      </a:schemeClr>
                    </a:solidFill>
                  </a:tcPr>
                </a:tc>
                <a:tc>
                  <a:txBody>
                    <a:bodyPr/>
                    <a:lstStyle/>
                    <a:p>
                      <a:pPr>
                        <a:lnSpc>
                          <a:spcPct val="107000"/>
                        </a:lnSpc>
                        <a:spcAft>
                          <a:spcPts val="0"/>
                        </a:spcAft>
                      </a:pPr>
                      <a:r>
                        <a:rPr lang="en-US" sz="1400" b="1" dirty="0">
                          <a:effectLst/>
                        </a:rPr>
                        <a:t>SHALON  NIWAMANYA  SALUMON</a:t>
                      </a:r>
                      <a:endParaRPr lang="en-GB" sz="1400" b="1"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a:lnSpc>
                          <a:spcPct val="107000"/>
                        </a:lnSpc>
                        <a:spcAft>
                          <a:spcPts val="0"/>
                        </a:spcAft>
                      </a:pPr>
                      <a:r>
                        <a:rPr lang="en-US" sz="1400" b="1">
                          <a:effectLst/>
                        </a:rPr>
                        <a:t>NIT/BIT/2024/2480</a:t>
                      </a:r>
                      <a:endParaRPr lang="en-GB" sz="1400" b="1">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extLst>
                  <a:ext uri="{0D108BD9-81ED-4DB2-BD59-A6C34878D82A}">
                    <a16:rowId xmlns:a16="http://schemas.microsoft.com/office/drawing/2014/main" val="10003"/>
                  </a:ext>
                </a:extLst>
              </a:tr>
              <a:tr h="381277">
                <a:tc>
                  <a:txBody>
                    <a:bodyPr/>
                    <a:lstStyle/>
                    <a:p>
                      <a:pPr marL="0" lvl="0" indent="0">
                        <a:lnSpc>
                          <a:spcPct val="107000"/>
                        </a:lnSpc>
                        <a:spcAft>
                          <a:spcPts val="0"/>
                        </a:spcAft>
                        <a:buFont typeface="+mj-lt"/>
                        <a:buNone/>
                      </a:pPr>
                      <a:r>
                        <a:rPr lang="en-US" sz="1400" dirty="0">
                          <a:effectLst/>
                        </a:rPr>
                        <a:t>4. </a:t>
                      </a:r>
                      <a:endParaRPr lang="en-GB" sz="14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solidFill>
                      <a:schemeClr val="accent2">
                        <a:lumMod val="75000"/>
                      </a:schemeClr>
                    </a:solidFill>
                  </a:tcPr>
                </a:tc>
                <a:tc>
                  <a:txBody>
                    <a:bodyPr/>
                    <a:lstStyle/>
                    <a:p>
                      <a:pPr>
                        <a:lnSpc>
                          <a:spcPct val="107000"/>
                        </a:lnSpc>
                        <a:spcAft>
                          <a:spcPts val="0"/>
                        </a:spcAft>
                      </a:pPr>
                      <a:r>
                        <a:rPr lang="en-US" sz="1400" b="1" dirty="0">
                          <a:effectLst/>
                        </a:rPr>
                        <a:t>HARITH  HASHIM  HAMZA</a:t>
                      </a:r>
                      <a:endParaRPr lang="en-GB" sz="1400" b="1"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a:lnSpc>
                          <a:spcPct val="107000"/>
                        </a:lnSpc>
                        <a:spcAft>
                          <a:spcPts val="0"/>
                        </a:spcAft>
                      </a:pPr>
                      <a:r>
                        <a:rPr lang="en-US" sz="1400" b="1">
                          <a:effectLst/>
                        </a:rPr>
                        <a:t>NIT/BIT/2024/2490</a:t>
                      </a:r>
                      <a:endParaRPr lang="en-GB" sz="1400" b="1">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extLst>
                  <a:ext uri="{0D108BD9-81ED-4DB2-BD59-A6C34878D82A}">
                    <a16:rowId xmlns:a16="http://schemas.microsoft.com/office/drawing/2014/main" val="10004"/>
                  </a:ext>
                </a:extLst>
              </a:tr>
              <a:tr h="381277">
                <a:tc>
                  <a:txBody>
                    <a:bodyPr/>
                    <a:lstStyle/>
                    <a:p>
                      <a:pPr marL="0" lvl="0" indent="0">
                        <a:lnSpc>
                          <a:spcPct val="107000"/>
                        </a:lnSpc>
                        <a:spcAft>
                          <a:spcPts val="0"/>
                        </a:spcAft>
                        <a:buFont typeface="+mj-lt"/>
                        <a:buNone/>
                      </a:pPr>
                      <a:r>
                        <a:rPr lang="en-US" sz="1400" dirty="0">
                          <a:effectLst/>
                        </a:rPr>
                        <a:t>5. </a:t>
                      </a:r>
                      <a:endParaRPr lang="en-GB" sz="14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solidFill>
                      <a:schemeClr val="accent2">
                        <a:lumMod val="75000"/>
                      </a:schemeClr>
                    </a:solidFill>
                  </a:tcPr>
                </a:tc>
                <a:tc>
                  <a:txBody>
                    <a:bodyPr/>
                    <a:lstStyle/>
                    <a:p>
                      <a:pPr>
                        <a:lnSpc>
                          <a:spcPct val="107000"/>
                        </a:lnSpc>
                        <a:spcAft>
                          <a:spcPts val="0"/>
                        </a:spcAft>
                      </a:pPr>
                      <a:r>
                        <a:rPr lang="en-US" sz="1400" b="1" dirty="0">
                          <a:effectLst/>
                        </a:rPr>
                        <a:t>ERICK  CHAMLA</a:t>
                      </a:r>
                      <a:endParaRPr lang="en-GB" sz="1400" b="1"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a:lnSpc>
                          <a:spcPct val="107000"/>
                        </a:lnSpc>
                        <a:spcAft>
                          <a:spcPts val="0"/>
                        </a:spcAft>
                      </a:pPr>
                      <a:r>
                        <a:rPr lang="en-US" sz="1400" b="1">
                          <a:effectLst/>
                        </a:rPr>
                        <a:t>NIT/BIT/2023/2360</a:t>
                      </a:r>
                      <a:endParaRPr lang="en-GB" sz="1400" b="1">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extLst>
                  <a:ext uri="{0D108BD9-81ED-4DB2-BD59-A6C34878D82A}">
                    <a16:rowId xmlns:a16="http://schemas.microsoft.com/office/drawing/2014/main" val="10005"/>
                  </a:ext>
                </a:extLst>
              </a:tr>
              <a:tr h="381277">
                <a:tc>
                  <a:txBody>
                    <a:bodyPr/>
                    <a:lstStyle/>
                    <a:p>
                      <a:pPr marL="0" lvl="0" indent="0">
                        <a:lnSpc>
                          <a:spcPct val="107000"/>
                        </a:lnSpc>
                        <a:spcAft>
                          <a:spcPts val="0"/>
                        </a:spcAft>
                        <a:buFont typeface="+mj-lt"/>
                        <a:buNone/>
                      </a:pPr>
                      <a:r>
                        <a:rPr lang="en-US" sz="1400" dirty="0">
                          <a:effectLst/>
                        </a:rPr>
                        <a:t>6. </a:t>
                      </a:r>
                      <a:endParaRPr lang="en-GB" sz="14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solidFill>
                      <a:schemeClr val="accent2">
                        <a:lumMod val="75000"/>
                      </a:schemeClr>
                    </a:solidFill>
                  </a:tcPr>
                </a:tc>
                <a:tc>
                  <a:txBody>
                    <a:bodyPr/>
                    <a:lstStyle/>
                    <a:p>
                      <a:pPr>
                        <a:lnSpc>
                          <a:spcPct val="107000"/>
                        </a:lnSpc>
                        <a:spcAft>
                          <a:spcPts val="0"/>
                        </a:spcAft>
                      </a:pPr>
                      <a:r>
                        <a:rPr lang="en-US" sz="1400" b="1" dirty="0">
                          <a:effectLst/>
                        </a:rPr>
                        <a:t>FREDY  JUMANNE  CHARLES</a:t>
                      </a:r>
                      <a:endParaRPr lang="en-GB" sz="1400" b="1"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a:lnSpc>
                          <a:spcPct val="107000"/>
                        </a:lnSpc>
                        <a:spcAft>
                          <a:spcPts val="0"/>
                        </a:spcAft>
                      </a:pPr>
                      <a:r>
                        <a:rPr lang="en-US" sz="1400" b="1">
                          <a:effectLst/>
                        </a:rPr>
                        <a:t>NIT/BIT/2024/2440</a:t>
                      </a:r>
                      <a:endParaRPr lang="en-GB" sz="1400" b="1">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extLst>
                  <a:ext uri="{0D108BD9-81ED-4DB2-BD59-A6C34878D82A}">
                    <a16:rowId xmlns:a16="http://schemas.microsoft.com/office/drawing/2014/main" val="10006"/>
                  </a:ext>
                </a:extLst>
              </a:tr>
              <a:tr h="381277">
                <a:tc>
                  <a:txBody>
                    <a:bodyPr/>
                    <a:lstStyle/>
                    <a:p>
                      <a:pPr marL="0" lvl="0" indent="0">
                        <a:lnSpc>
                          <a:spcPct val="107000"/>
                        </a:lnSpc>
                        <a:spcAft>
                          <a:spcPts val="0"/>
                        </a:spcAft>
                        <a:buFont typeface="+mj-lt"/>
                        <a:buNone/>
                      </a:pPr>
                      <a:r>
                        <a:rPr lang="en-US" sz="1400" dirty="0">
                          <a:effectLst/>
                        </a:rPr>
                        <a:t>7. </a:t>
                      </a:r>
                      <a:endParaRPr lang="en-GB" sz="14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solidFill>
                      <a:schemeClr val="accent2">
                        <a:lumMod val="75000"/>
                      </a:schemeClr>
                    </a:solidFill>
                  </a:tcPr>
                </a:tc>
                <a:tc>
                  <a:txBody>
                    <a:bodyPr/>
                    <a:lstStyle/>
                    <a:p>
                      <a:pPr>
                        <a:lnSpc>
                          <a:spcPct val="107000"/>
                        </a:lnSpc>
                        <a:spcAft>
                          <a:spcPts val="0"/>
                        </a:spcAft>
                      </a:pPr>
                      <a:r>
                        <a:rPr lang="en-US" sz="1400" b="1" dirty="0">
                          <a:effectLst/>
                        </a:rPr>
                        <a:t>MAHADI  IDDI  IBRAHIM</a:t>
                      </a:r>
                      <a:endParaRPr lang="en-GB" sz="1400" b="1"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a:lnSpc>
                          <a:spcPct val="107000"/>
                        </a:lnSpc>
                        <a:spcAft>
                          <a:spcPts val="0"/>
                        </a:spcAft>
                      </a:pPr>
                      <a:r>
                        <a:rPr lang="en-US" sz="1400" b="1">
                          <a:effectLst/>
                        </a:rPr>
                        <a:t>NIT/BIT/2024/2420</a:t>
                      </a:r>
                      <a:endParaRPr lang="en-GB" sz="1400" b="1">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extLst>
                  <a:ext uri="{0D108BD9-81ED-4DB2-BD59-A6C34878D82A}">
                    <a16:rowId xmlns:a16="http://schemas.microsoft.com/office/drawing/2014/main" val="10007"/>
                  </a:ext>
                </a:extLst>
              </a:tr>
              <a:tr h="381277">
                <a:tc>
                  <a:txBody>
                    <a:bodyPr/>
                    <a:lstStyle/>
                    <a:p>
                      <a:pPr marL="0" lvl="0" indent="0">
                        <a:lnSpc>
                          <a:spcPct val="107000"/>
                        </a:lnSpc>
                        <a:spcAft>
                          <a:spcPts val="0"/>
                        </a:spcAft>
                        <a:buFont typeface="+mj-lt"/>
                        <a:buNone/>
                      </a:pPr>
                      <a:r>
                        <a:rPr lang="en-US" sz="1400" dirty="0">
                          <a:effectLst/>
                        </a:rPr>
                        <a:t>8. </a:t>
                      </a:r>
                      <a:endParaRPr lang="en-GB" sz="14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solidFill>
                      <a:schemeClr val="accent2">
                        <a:lumMod val="75000"/>
                      </a:schemeClr>
                    </a:solidFill>
                  </a:tcPr>
                </a:tc>
                <a:tc>
                  <a:txBody>
                    <a:bodyPr/>
                    <a:lstStyle/>
                    <a:p>
                      <a:pPr>
                        <a:lnSpc>
                          <a:spcPct val="107000"/>
                        </a:lnSpc>
                        <a:spcAft>
                          <a:spcPts val="0"/>
                        </a:spcAft>
                      </a:pPr>
                      <a:r>
                        <a:rPr lang="en-US" sz="1400" b="1" dirty="0">
                          <a:effectLst/>
                        </a:rPr>
                        <a:t>NDOLIMANA  GABRIEL  NOA</a:t>
                      </a:r>
                      <a:endParaRPr lang="en-GB" sz="1400" b="1"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a:lnSpc>
                          <a:spcPct val="107000"/>
                        </a:lnSpc>
                        <a:spcAft>
                          <a:spcPts val="0"/>
                        </a:spcAft>
                      </a:pPr>
                      <a:r>
                        <a:rPr lang="en-US" sz="1400" b="1">
                          <a:effectLst/>
                        </a:rPr>
                        <a:t>NIT/BIT/2024/2530</a:t>
                      </a:r>
                      <a:endParaRPr lang="en-GB" sz="1400" b="1">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extLst>
                  <a:ext uri="{0D108BD9-81ED-4DB2-BD59-A6C34878D82A}">
                    <a16:rowId xmlns:a16="http://schemas.microsoft.com/office/drawing/2014/main" val="10008"/>
                  </a:ext>
                </a:extLst>
              </a:tr>
              <a:tr h="381277">
                <a:tc>
                  <a:txBody>
                    <a:bodyPr/>
                    <a:lstStyle/>
                    <a:p>
                      <a:pPr marL="0" lvl="0" indent="0">
                        <a:lnSpc>
                          <a:spcPct val="107000"/>
                        </a:lnSpc>
                        <a:spcAft>
                          <a:spcPts val="0"/>
                        </a:spcAft>
                        <a:buFont typeface="+mj-lt"/>
                        <a:buNone/>
                      </a:pPr>
                      <a:r>
                        <a:rPr lang="en-US" sz="1400" dirty="0">
                          <a:effectLst/>
                        </a:rPr>
                        <a:t>9. </a:t>
                      </a:r>
                      <a:endParaRPr lang="en-GB" sz="14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solidFill>
                      <a:schemeClr val="accent2">
                        <a:lumMod val="75000"/>
                      </a:schemeClr>
                    </a:solidFill>
                  </a:tcPr>
                </a:tc>
                <a:tc>
                  <a:txBody>
                    <a:bodyPr/>
                    <a:lstStyle/>
                    <a:p>
                      <a:pPr>
                        <a:lnSpc>
                          <a:spcPct val="107000"/>
                        </a:lnSpc>
                        <a:spcAft>
                          <a:spcPts val="0"/>
                        </a:spcAft>
                      </a:pPr>
                      <a:r>
                        <a:rPr lang="en-US" sz="1400" b="1" dirty="0">
                          <a:effectLst/>
                        </a:rPr>
                        <a:t>DANIEL  LESCO  NASHONI</a:t>
                      </a:r>
                      <a:endParaRPr lang="en-GB" sz="1400" b="1"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a:lnSpc>
                          <a:spcPct val="107000"/>
                        </a:lnSpc>
                        <a:spcAft>
                          <a:spcPts val="0"/>
                        </a:spcAft>
                      </a:pPr>
                      <a:r>
                        <a:rPr lang="en-US" sz="1400" b="1">
                          <a:effectLst/>
                        </a:rPr>
                        <a:t>NIT/BIT/2024/2610</a:t>
                      </a:r>
                      <a:endParaRPr lang="en-GB" sz="1400" b="1">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extLst>
                  <a:ext uri="{0D108BD9-81ED-4DB2-BD59-A6C34878D82A}">
                    <a16:rowId xmlns:a16="http://schemas.microsoft.com/office/drawing/2014/main" val="10009"/>
                  </a:ext>
                </a:extLst>
              </a:tr>
              <a:tr h="381277">
                <a:tc>
                  <a:txBody>
                    <a:bodyPr/>
                    <a:lstStyle/>
                    <a:p>
                      <a:pPr marL="0" lvl="0" indent="0">
                        <a:lnSpc>
                          <a:spcPct val="107000"/>
                        </a:lnSpc>
                        <a:spcAft>
                          <a:spcPts val="0"/>
                        </a:spcAft>
                        <a:buFont typeface="+mj-lt"/>
                        <a:buNone/>
                      </a:pPr>
                      <a:r>
                        <a:rPr lang="en-US" sz="1400" dirty="0">
                          <a:effectLst/>
                        </a:rPr>
                        <a:t>10. </a:t>
                      </a:r>
                      <a:endParaRPr lang="en-GB" sz="14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solidFill>
                      <a:schemeClr val="accent2">
                        <a:lumMod val="75000"/>
                      </a:schemeClr>
                    </a:solidFill>
                  </a:tcPr>
                </a:tc>
                <a:tc>
                  <a:txBody>
                    <a:bodyPr/>
                    <a:lstStyle/>
                    <a:p>
                      <a:pPr>
                        <a:lnSpc>
                          <a:spcPct val="107000"/>
                        </a:lnSpc>
                        <a:spcAft>
                          <a:spcPts val="0"/>
                        </a:spcAft>
                      </a:pPr>
                      <a:r>
                        <a:rPr lang="en-US" sz="1400" b="1" dirty="0">
                          <a:effectLst/>
                        </a:rPr>
                        <a:t>REVOKATUS  NYARUSAGE  KIZWILI</a:t>
                      </a:r>
                      <a:endParaRPr lang="en-GB" sz="1400" b="1"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a:lnSpc>
                          <a:spcPct val="107000"/>
                        </a:lnSpc>
                        <a:spcAft>
                          <a:spcPts val="0"/>
                        </a:spcAft>
                      </a:pPr>
                      <a:r>
                        <a:rPr lang="en-US" sz="1400" b="1">
                          <a:effectLst/>
                        </a:rPr>
                        <a:t>NIT/BIT/2024/2540</a:t>
                      </a:r>
                      <a:endParaRPr lang="en-GB" sz="1400" b="1">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extLst>
                  <a:ext uri="{0D108BD9-81ED-4DB2-BD59-A6C34878D82A}">
                    <a16:rowId xmlns:a16="http://schemas.microsoft.com/office/drawing/2014/main" val="10010"/>
                  </a:ext>
                </a:extLst>
              </a:tr>
              <a:tr h="381277">
                <a:tc>
                  <a:txBody>
                    <a:bodyPr/>
                    <a:lstStyle/>
                    <a:p>
                      <a:pPr marL="0" lvl="0" indent="0">
                        <a:lnSpc>
                          <a:spcPct val="107000"/>
                        </a:lnSpc>
                        <a:spcAft>
                          <a:spcPts val="0"/>
                        </a:spcAft>
                        <a:buFont typeface="+mj-lt"/>
                        <a:buNone/>
                      </a:pPr>
                      <a:r>
                        <a:rPr lang="en-US" sz="1400" dirty="0">
                          <a:effectLst/>
                        </a:rPr>
                        <a:t>11. </a:t>
                      </a:r>
                      <a:endParaRPr lang="en-GB" sz="14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solidFill>
                      <a:schemeClr val="accent2">
                        <a:lumMod val="75000"/>
                      </a:schemeClr>
                    </a:solidFill>
                  </a:tcPr>
                </a:tc>
                <a:tc>
                  <a:txBody>
                    <a:bodyPr/>
                    <a:lstStyle/>
                    <a:p>
                      <a:pPr>
                        <a:lnSpc>
                          <a:spcPct val="107000"/>
                        </a:lnSpc>
                        <a:spcAft>
                          <a:spcPts val="0"/>
                        </a:spcAft>
                      </a:pPr>
                      <a:r>
                        <a:rPr lang="en-US" sz="1400" b="1" dirty="0">
                          <a:effectLst/>
                        </a:rPr>
                        <a:t>LUCAS JEREMIA  NCHOMA</a:t>
                      </a:r>
                      <a:endParaRPr lang="en-GB" sz="1400" b="1"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a:lnSpc>
                          <a:spcPct val="107000"/>
                        </a:lnSpc>
                        <a:spcAft>
                          <a:spcPts val="0"/>
                        </a:spcAft>
                      </a:pPr>
                      <a:r>
                        <a:rPr lang="en-US" sz="1400" b="1" dirty="0">
                          <a:effectLst/>
                        </a:rPr>
                        <a:t>NIT/BIT/2024/2460</a:t>
                      </a:r>
                      <a:endParaRPr lang="en-GB" sz="1400" b="1"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extLst>
                  <a:ext uri="{0D108BD9-81ED-4DB2-BD59-A6C34878D82A}">
                    <a16:rowId xmlns:a16="http://schemas.microsoft.com/office/drawing/2014/main" val="10011"/>
                  </a:ext>
                </a:extLst>
              </a:tr>
              <a:tr h="381277">
                <a:tc>
                  <a:txBody>
                    <a:bodyPr/>
                    <a:lstStyle/>
                    <a:p>
                      <a:pPr marL="0" lvl="0" indent="0">
                        <a:lnSpc>
                          <a:spcPct val="107000"/>
                        </a:lnSpc>
                        <a:spcAft>
                          <a:spcPts val="0"/>
                        </a:spcAft>
                        <a:buFont typeface="+mj-lt"/>
                        <a:buNone/>
                      </a:pPr>
                      <a:r>
                        <a:rPr lang="en-US" sz="1400" dirty="0">
                          <a:effectLst/>
                        </a:rPr>
                        <a:t>12. </a:t>
                      </a:r>
                      <a:endParaRPr lang="en-GB" sz="14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solidFill>
                      <a:schemeClr val="accent2">
                        <a:lumMod val="75000"/>
                      </a:schemeClr>
                    </a:solidFill>
                  </a:tcPr>
                </a:tc>
                <a:tc>
                  <a:txBody>
                    <a:bodyPr/>
                    <a:lstStyle/>
                    <a:p>
                      <a:pPr>
                        <a:lnSpc>
                          <a:spcPct val="107000"/>
                        </a:lnSpc>
                        <a:spcAft>
                          <a:spcPts val="0"/>
                        </a:spcAft>
                      </a:pPr>
                      <a:r>
                        <a:rPr lang="en-US" sz="1400" b="1" dirty="0">
                          <a:effectLst/>
                        </a:rPr>
                        <a:t>YOHANA  ERNEUS  HAULE</a:t>
                      </a:r>
                      <a:endParaRPr lang="en-GB" sz="1400" b="1"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a:lnSpc>
                          <a:spcPct val="107000"/>
                        </a:lnSpc>
                        <a:spcAft>
                          <a:spcPts val="0"/>
                        </a:spcAft>
                      </a:pPr>
                      <a:r>
                        <a:rPr lang="en-US" sz="1400" b="1">
                          <a:effectLst/>
                        </a:rPr>
                        <a:t>NIT/BIT/2024/2630</a:t>
                      </a:r>
                      <a:endParaRPr lang="en-GB" sz="1400" b="1">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extLst>
                  <a:ext uri="{0D108BD9-81ED-4DB2-BD59-A6C34878D82A}">
                    <a16:rowId xmlns:a16="http://schemas.microsoft.com/office/drawing/2014/main" val="10012"/>
                  </a:ext>
                </a:extLst>
              </a:tr>
              <a:tr h="381277">
                <a:tc>
                  <a:txBody>
                    <a:bodyPr/>
                    <a:lstStyle/>
                    <a:p>
                      <a:pPr marL="0" lvl="0" indent="0">
                        <a:lnSpc>
                          <a:spcPct val="107000"/>
                        </a:lnSpc>
                        <a:spcAft>
                          <a:spcPts val="0"/>
                        </a:spcAft>
                        <a:buFont typeface="+mj-lt"/>
                        <a:buNone/>
                      </a:pPr>
                      <a:r>
                        <a:rPr lang="en-US" sz="1400" dirty="0">
                          <a:effectLst/>
                        </a:rPr>
                        <a:t>13. </a:t>
                      </a:r>
                      <a:endParaRPr lang="en-GB" sz="14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solidFill>
                      <a:schemeClr val="accent2">
                        <a:lumMod val="75000"/>
                      </a:schemeClr>
                    </a:solidFill>
                  </a:tcPr>
                </a:tc>
                <a:tc>
                  <a:txBody>
                    <a:bodyPr/>
                    <a:lstStyle/>
                    <a:p>
                      <a:pPr>
                        <a:lnSpc>
                          <a:spcPct val="107000"/>
                        </a:lnSpc>
                        <a:spcAft>
                          <a:spcPts val="0"/>
                        </a:spcAft>
                      </a:pPr>
                      <a:r>
                        <a:rPr lang="en-US" sz="1400" b="1" dirty="0">
                          <a:effectLst/>
                        </a:rPr>
                        <a:t>PRIVATUS  KAIJAGE  PRUDENCE</a:t>
                      </a:r>
                      <a:endParaRPr lang="en-GB" sz="1400" b="1"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a:lnSpc>
                          <a:spcPct val="107000"/>
                        </a:lnSpc>
                        <a:spcAft>
                          <a:spcPts val="0"/>
                        </a:spcAft>
                      </a:pPr>
                      <a:r>
                        <a:rPr lang="en-US" sz="1400" b="1" dirty="0">
                          <a:effectLst/>
                        </a:rPr>
                        <a:t>NIT/BIT/2024/2430</a:t>
                      </a:r>
                      <a:endParaRPr lang="en-GB" sz="1400" b="1"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extLst>
                  <a:ext uri="{0D108BD9-81ED-4DB2-BD59-A6C34878D82A}">
                    <a16:rowId xmlns:a16="http://schemas.microsoft.com/office/drawing/2014/main" val="10013"/>
                  </a:ext>
                </a:extLst>
              </a:tr>
            </a:tbl>
          </a:graphicData>
        </a:graphic>
      </p:graphicFrame>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8599" name="Title 1"/>
          <p:cNvSpPr>
            <a:spLocks noGrp="1"/>
          </p:cNvSpPr>
          <p:nvPr>
            <p:ph type="title"/>
          </p:nvPr>
        </p:nvSpPr>
        <p:spPr>
          <a:xfrm>
            <a:off x="838200" y="365125"/>
            <a:ext cx="10515600" cy="899795"/>
          </a:xfrm>
        </p:spPr>
        <p:txBody>
          <a:bodyPr/>
          <a:lstStyle/>
          <a:p>
            <a:pPr algn="ctr"/>
            <a:r>
              <a:rPr lang="en-GB" b="1" dirty="0"/>
              <a:t>GROUP 0 MEMBERS</a:t>
            </a:r>
          </a:p>
        </p:txBody>
      </p:sp>
      <p:graphicFrame>
        <p:nvGraphicFramePr>
          <p:cNvPr id="4194304" name="Content Placeholder 3"/>
          <p:cNvGraphicFramePr>
            <a:graphicFrameLocks noGrp="1"/>
          </p:cNvGraphicFramePr>
          <p:nvPr>
            <p:ph idx="1"/>
          </p:nvPr>
        </p:nvGraphicFramePr>
        <p:xfrm>
          <a:off x="939339" y="1762294"/>
          <a:ext cx="8936181" cy="2992584"/>
        </p:xfrm>
        <a:graphic>
          <a:graphicData uri="http://schemas.openxmlformats.org/drawingml/2006/table">
            <a:tbl>
              <a:tblPr firstRow="1" firstCol="1" bandRow="1">
                <a:tableStyleId>{5C22544A-7EE6-4342-B048-85BDC9FD1C3A}</a:tableStyleId>
              </a:tblPr>
              <a:tblGrid>
                <a:gridCol w="808557">
                  <a:extLst>
                    <a:ext uri="{9D8B030D-6E8A-4147-A177-3AD203B41FA5}">
                      <a16:colId xmlns:a16="http://schemas.microsoft.com/office/drawing/2014/main" val="20000"/>
                    </a:ext>
                  </a:extLst>
                </a:gridCol>
                <a:gridCol w="4063812">
                  <a:extLst>
                    <a:ext uri="{9D8B030D-6E8A-4147-A177-3AD203B41FA5}">
                      <a16:colId xmlns:a16="http://schemas.microsoft.com/office/drawing/2014/main" val="20001"/>
                    </a:ext>
                  </a:extLst>
                </a:gridCol>
                <a:gridCol w="4063812">
                  <a:extLst>
                    <a:ext uri="{9D8B030D-6E8A-4147-A177-3AD203B41FA5}">
                      <a16:colId xmlns:a16="http://schemas.microsoft.com/office/drawing/2014/main" val="20002"/>
                    </a:ext>
                  </a:extLst>
                </a:gridCol>
              </a:tblGrid>
              <a:tr h="374073">
                <a:tc>
                  <a:txBody>
                    <a:bodyPr/>
                    <a:lstStyle/>
                    <a:p>
                      <a:pPr marL="0" lvl="0" indent="0">
                        <a:lnSpc>
                          <a:spcPct val="107000"/>
                        </a:lnSpc>
                        <a:spcAft>
                          <a:spcPts val="0"/>
                        </a:spcAft>
                        <a:buFont typeface="+mj-lt"/>
                        <a:buNone/>
                      </a:pPr>
                      <a:r>
                        <a:rPr lang="en-US" sz="1400" b="0" dirty="0">
                          <a:effectLst/>
                        </a:rPr>
                        <a:t>14.</a:t>
                      </a:r>
                    </a:p>
                  </a:txBody>
                  <a:tcPr marL="68580" marR="68580" marT="0" marB="0">
                    <a:solidFill>
                      <a:schemeClr val="accent2">
                        <a:lumMod val="75000"/>
                      </a:schemeClr>
                    </a:solidFill>
                  </a:tcPr>
                </a:tc>
                <a:tc>
                  <a:txBody>
                    <a:bodyPr/>
                    <a:lstStyle/>
                    <a:p>
                      <a:pPr>
                        <a:lnSpc>
                          <a:spcPct val="107000"/>
                        </a:lnSpc>
                        <a:spcAft>
                          <a:spcPts val="0"/>
                        </a:spcAft>
                      </a:pPr>
                      <a:r>
                        <a:rPr lang="en-US" sz="1400" b="1">
                          <a:solidFill>
                            <a:schemeClr val="tx1"/>
                          </a:solidFill>
                          <a:effectLst/>
                        </a:rPr>
                        <a:t>JUDITH  KITWANGE  PIMBI</a:t>
                      </a:r>
                      <a:endParaRPr lang="en-GB" sz="1400" b="1">
                        <a:solidFill>
                          <a:schemeClr val="tx1"/>
                        </a:solidFill>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solidFill>
                      <a:schemeClr val="accent5">
                        <a:lumMod val="20000"/>
                        <a:lumOff val="80000"/>
                      </a:schemeClr>
                    </a:solidFill>
                  </a:tcPr>
                </a:tc>
                <a:tc>
                  <a:txBody>
                    <a:bodyPr/>
                    <a:lstStyle/>
                    <a:p>
                      <a:pPr>
                        <a:lnSpc>
                          <a:spcPct val="107000"/>
                        </a:lnSpc>
                        <a:spcAft>
                          <a:spcPts val="0"/>
                        </a:spcAft>
                      </a:pPr>
                      <a:r>
                        <a:rPr lang="en-US" sz="1400" b="1" dirty="0">
                          <a:solidFill>
                            <a:schemeClr val="tx1"/>
                          </a:solidFill>
                          <a:effectLst/>
                        </a:rPr>
                        <a:t>NIT/BIT/2024/2450</a:t>
                      </a:r>
                      <a:endParaRPr lang="en-GB" sz="1400" b="1" dirty="0">
                        <a:solidFill>
                          <a:schemeClr val="tx1"/>
                        </a:solidFill>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solidFill>
                      <a:schemeClr val="accent5">
                        <a:lumMod val="20000"/>
                        <a:lumOff val="80000"/>
                      </a:schemeClr>
                    </a:solidFill>
                  </a:tcPr>
                </a:tc>
                <a:extLst>
                  <a:ext uri="{0D108BD9-81ED-4DB2-BD59-A6C34878D82A}">
                    <a16:rowId xmlns:a16="http://schemas.microsoft.com/office/drawing/2014/main" val="10000"/>
                  </a:ext>
                </a:extLst>
              </a:tr>
              <a:tr h="374073">
                <a:tc>
                  <a:txBody>
                    <a:bodyPr/>
                    <a:lstStyle/>
                    <a:p>
                      <a:pPr marL="0" lvl="0" indent="0">
                        <a:lnSpc>
                          <a:spcPct val="107000"/>
                        </a:lnSpc>
                        <a:spcAft>
                          <a:spcPts val="0"/>
                        </a:spcAft>
                        <a:buFont typeface="+mj-lt"/>
                        <a:buNone/>
                      </a:pPr>
                      <a:r>
                        <a:rPr lang="en-US" sz="1400" b="0" dirty="0">
                          <a:effectLst/>
                        </a:rPr>
                        <a:t>15 .</a:t>
                      </a:r>
                      <a:endParaRPr lang="en-GB" sz="1400" b="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solidFill>
                      <a:schemeClr val="accent2">
                        <a:lumMod val="75000"/>
                      </a:schemeClr>
                    </a:solidFill>
                  </a:tcPr>
                </a:tc>
                <a:tc>
                  <a:txBody>
                    <a:bodyPr/>
                    <a:lstStyle/>
                    <a:p>
                      <a:pPr>
                        <a:lnSpc>
                          <a:spcPct val="107000"/>
                        </a:lnSpc>
                        <a:spcAft>
                          <a:spcPts val="0"/>
                        </a:spcAft>
                      </a:pPr>
                      <a:r>
                        <a:rPr lang="en-US" sz="1400" b="1">
                          <a:effectLst/>
                        </a:rPr>
                        <a:t>JOHN  MESHACK  MALOGO</a:t>
                      </a:r>
                      <a:endParaRPr lang="en-GB" sz="1400" b="1">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a:lnSpc>
                          <a:spcPct val="107000"/>
                        </a:lnSpc>
                        <a:spcAft>
                          <a:spcPts val="0"/>
                        </a:spcAft>
                      </a:pPr>
                      <a:r>
                        <a:rPr lang="en-US" sz="1400" b="1" dirty="0">
                          <a:effectLst/>
                        </a:rPr>
                        <a:t>NIT/BIT/2024/2570</a:t>
                      </a:r>
                      <a:endParaRPr lang="en-GB" sz="1400" b="1"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extLst>
                  <a:ext uri="{0D108BD9-81ED-4DB2-BD59-A6C34878D82A}">
                    <a16:rowId xmlns:a16="http://schemas.microsoft.com/office/drawing/2014/main" val="10001"/>
                  </a:ext>
                </a:extLst>
              </a:tr>
              <a:tr h="374073">
                <a:tc>
                  <a:txBody>
                    <a:bodyPr/>
                    <a:lstStyle/>
                    <a:p>
                      <a:pPr marL="0" lvl="0" indent="0">
                        <a:lnSpc>
                          <a:spcPct val="107000"/>
                        </a:lnSpc>
                        <a:spcAft>
                          <a:spcPts val="0"/>
                        </a:spcAft>
                        <a:buFont typeface="+mj-lt"/>
                        <a:buNone/>
                      </a:pPr>
                      <a:r>
                        <a:rPr lang="en-US" sz="1400" b="0" dirty="0">
                          <a:effectLst/>
                          <a:latin typeface="+mn-lt"/>
                          <a:ea typeface="+mn-ea"/>
                          <a:cs typeface="+mn-cs"/>
                        </a:rPr>
                        <a:t>16.</a:t>
                      </a:r>
                      <a:endParaRPr lang="en-GB" sz="1400" b="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solidFill>
                      <a:schemeClr val="accent2">
                        <a:lumMod val="75000"/>
                      </a:schemeClr>
                    </a:solidFill>
                  </a:tcPr>
                </a:tc>
                <a:tc>
                  <a:txBody>
                    <a:bodyPr/>
                    <a:lstStyle/>
                    <a:p>
                      <a:pPr>
                        <a:lnSpc>
                          <a:spcPct val="107000"/>
                        </a:lnSpc>
                        <a:spcAft>
                          <a:spcPts val="0"/>
                        </a:spcAft>
                      </a:pPr>
                      <a:r>
                        <a:rPr lang="en-US" sz="1400" b="1">
                          <a:effectLst/>
                        </a:rPr>
                        <a:t>WILLISON  KULWA  SUMBAYAMHULI</a:t>
                      </a:r>
                      <a:endParaRPr lang="en-GB" sz="1400" b="1">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a:lnSpc>
                          <a:spcPct val="107000"/>
                        </a:lnSpc>
                        <a:spcAft>
                          <a:spcPts val="0"/>
                        </a:spcAft>
                      </a:pPr>
                      <a:r>
                        <a:rPr lang="en-US" sz="1400" b="1">
                          <a:effectLst/>
                        </a:rPr>
                        <a:t>NIT/BIT/2024/2650</a:t>
                      </a:r>
                      <a:endParaRPr lang="en-GB" sz="1400" b="1">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extLst>
                  <a:ext uri="{0D108BD9-81ED-4DB2-BD59-A6C34878D82A}">
                    <a16:rowId xmlns:a16="http://schemas.microsoft.com/office/drawing/2014/main" val="10002"/>
                  </a:ext>
                </a:extLst>
              </a:tr>
              <a:tr h="374073">
                <a:tc>
                  <a:txBody>
                    <a:bodyPr/>
                    <a:lstStyle/>
                    <a:p>
                      <a:pPr marL="0" lvl="0" indent="0">
                        <a:lnSpc>
                          <a:spcPct val="107000"/>
                        </a:lnSpc>
                        <a:spcAft>
                          <a:spcPts val="0"/>
                        </a:spcAft>
                        <a:buFont typeface="+mj-lt"/>
                        <a:buNone/>
                      </a:pPr>
                      <a:r>
                        <a:rPr lang="en-US" sz="1400" b="0" dirty="0">
                          <a:effectLst/>
                        </a:rPr>
                        <a:t>17. </a:t>
                      </a:r>
                      <a:endParaRPr lang="en-GB" sz="1400" b="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solidFill>
                      <a:schemeClr val="accent2">
                        <a:lumMod val="75000"/>
                      </a:schemeClr>
                    </a:solidFill>
                  </a:tcPr>
                </a:tc>
                <a:tc>
                  <a:txBody>
                    <a:bodyPr/>
                    <a:lstStyle/>
                    <a:p>
                      <a:pPr>
                        <a:lnSpc>
                          <a:spcPct val="107000"/>
                        </a:lnSpc>
                        <a:spcAft>
                          <a:spcPts val="0"/>
                        </a:spcAft>
                      </a:pPr>
                      <a:r>
                        <a:rPr lang="en-US" sz="1400" b="1">
                          <a:effectLst/>
                        </a:rPr>
                        <a:t>LENIJA  HENRICK  MTEMELA</a:t>
                      </a:r>
                      <a:endParaRPr lang="en-GB" sz="1400" b="1">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a:lnSpc>
                          <a:spcPct val="107000"/>
                        </a:lnSpc>
                        <a:spcAft>
                          <a:spcPts val="0"/>
                        </a:spcAft>
                      </a:pPr>
                      <a:r>
                        <a:rPr lang="en-US" sz="1400" b="1">
                          <a:effectLst/>
                        </a:rPr>
                        <a:t>NIT/BIT/2024/2470</a:t>
                      </a:r>
                      <a:endParaRPr lang="en-GB" sz="1400" b="1">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extLst>
                  <a:ext uri="{0D108BD9-81ED-4DB2-BD59-A6C34878D82A}">
                    <a16:rowId xmlns:a16="http://schemas.microsoft.com/office/drawing/2014/main" val="10003"/>
                  </a:ext>
                </a:extLst>
              </a:tr>
              <a:tr h="374073">
                <a:tc>
                  <a:txBody>
                    <a:bodyPr/>
                    <a:lstStyle/>
                    <a:p>
                      <a:pPr marL="0" lvl="0" indent="0">
                        <a:lnSpc>
                          <a:spcPct val="107000"/>
                        </a:lnSpc>
                        <a:spcAft>
                          <a:spcPts val="0"/>
                        </a:spcAft>
                        <a:buFont typeface="+mj-lt"/>
                        <a:buNone/>
                      </a:pPr>
                      <a:r>
                        <a:rPr lang="en-US" sz="1400" b="0" dirty="0">
                          <a:effectLst/>
                        </a:rPr>
                        <a:t>18. </a:t>
                      </a:r>
                      <a:endParaRPr lang="en-GB" sz="1400" b="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solidFill>
                      <a:schemeClr val="accent2">
                        <a:lumMod val="75000"/>
                      </a:schemeClr>
                    </a:solidFill>
                  </a:tcPr>
                </a:tc>
                <a:tc>
                  <a:txBody>
                    <a:bodyPr/>
                    <a:lstStyle/>
                    <a:p>
                      <a:pPr>
                        <a:lnSpc>
                          <a:spcPct val="107000"/>
                        </a:lnSpc>
                        <a:spcAft>
                          <a:spcPts val="0"/>
                        </a:spcAft>
                      </a:pPr>
                      <a:r>
                        <a:rPr lang="en-US" sz="1400" b="1">
                          <a:effectLst/>
                        </a:rPr>
                        <a:t>KULWA  JOSEPH  CLEMENT</a:t>
                      </a:r>
                      <a:endParaRPr lang="en-GB" sz="1400" b="1">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a:lnSpc>
                          <a:spcPct val="107000"/>
                        </a:lnSpc>
                        <a:spcAft>
                          <a:spcPts val="0"/>
                        </a:spcAft>
                      </a:pPr>
                      <a:r>
                        <a:rPr lang="en-US" sz="1400" b="1" dirty="0">
                          <a:effectLst/>
                        </a:rPr>
                        <a:t>NIT/BIT/2024/2660</a:t>
                      </a:r>
                      <a:endParaRPr lang="en-GB" sz="1400" b="1"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extLst>
                  <a:ext uri="{0D108BD9-81ED-4DB2-BD59-A6C34878D82A}">
                    <a16:rowId xmlns:a16="http://schemas.microsoft.com/office/drawing/2014/main" val="10004"/>
                  </a:ext>
                </a:extLst>
              </a:tr>
              <a:tr h="374073">
                <a:tc>
                  <a:txBody>
                    <a:bodyPr/>
                    <a:lstStyle/>
                    <a:p>
                      <a:pPr marL="0" lvl="0" indent="0">
                        <a:lnSpc>
                          <a:spcPct val="107000"/>
                        </a:lnSpc>
                        <a:spcAft>
                          <a:spcPts val="0"/>
                        </a:spcAft>
                        <a:buFont typeface="+mj-lt"/>
                        <a:buNone/>
                      </a:pPr>
                      <a:r>
                        <a:rPr lang="en-US" sz="1400" b="0" dirty="0">
                          <a:effectLst/>
                        </a:rPr>
                        <a:t>19. </a:t>
                      </a:r>
                      <a:endParaRPr lang="en-GB" sz="1400" b="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solidFill>
                      <a:schemeClr val="accent2">
                        <a:lumMod val="75000"/>
                      </a:schemeClr>
                    </a:solidFill>
                  </a:tcPr>
                </a:tc>
                <a:tc>
                  <a:txBody>
                    <a:bodyPr/>
                    <a:lstStyle/>
                    <a:p>
                      <a:pPr>
                        <a:lnSpc>
                          <a:spcPct val="107000"/>
                        </a:lnSpc>
                        <a:spcAft>
                          <a:spcPts val="0"/>
                        </a:spcAft>
                      </a:pPr>
                      <a:r>
                        <a:rPr lang="en-US" sz="1400" b="1">
                          <a:effectLst/>
                        </a:rPr>
                        <a:t>PETER  BENEDICT  KIMARIO</a:t>
                      </a:r>
                      <a:endParaRPr lang="en-GB" sz="1400" b="1">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a:lnSpc>
                          <a:spcPct val="107000"/>
                        </a:lnSpc>
                        <a:spcAft>
                          <a:spcPts val="0"/>
                        </a:spcAft>
                      </a:pPr>
                      <a:r>
                        <a:rPr lang="en-US" sz="1400" b="1">
                          <a:effectLst/>
                        </a:rPr>
                        <a:t>NIT/BIT/2024/2400</a:t>
                      </a:r>
                      <a:endParaRPr lang="en-GB" sz="1400" b="1">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extLst>
                  <a:ext uri="{0D108BD9-81ED-4DB2-BD59-A6C34878D82A}">
                    <a16:rowId xmlns:a16="http://schemas.microsoft.com/office/drawing/2014/main" val="10005"/>
                  </a:ext>
                </a:extLst>
              </a:tr>
              <a:tr h="374073">
                <a:tc>
                  <a:txBody>
                    <a:bodyPr/>
                    <a:lstStyle/>
                    <a:p>
                      <a:pPr marL="0" lvl="0" indent="0">
                        <a:lnSpc>
                          <a:spcPct val="107000"/>
                        </a:lnSpc>
                        <a:spcAft>
                          <a:spcPts val="0"/>
                        </a:spcAft>
                        <a:buFont typeface="+mj-lt"/>
                        <a:buNone/>
                      </a:pPr>
                      <a:r>
                        <a:rPr lang="en-US" sz="1400" b="0" dirty="0">
                          <a:effectLst/>
                        </a:rPr>
                        <a:t>20. </a:t>
                      </a:r>
                      <a:endParaRPr lang="en-GB" sz="1400" b="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solidFill>
                      <a:schemeClr val="accent2">
                        <a:lumMod val="75000"/>
                      </a:schemeClr>
                    </a:solidFill>
                  </a:tcPr>
                </a:tc>
                <a:tc>
                  <a:txBody>
                    <a:bodyPr/>
                    <a:lstStyle/>
                    <a:p>
                      <a:pPr>
                        <a:lnSpc>
                          <a:spcPct val="107000"/>
                        </a:lnSpc>
                        <a:spcAft>
                          <a:spcPts val="0"/>
                        </a:spcAft>
                      </a:pPr>
                      <a:r>
                        <a:rPr lang="en-US" sz="1400" b="1">
                          <a:effectLst/>
                        </a:rPr>
                        <a:t>DAVID  MACHANGO  MARWA</a:t>
                      </a:r>
                      <a:endParaRPr lang="en-GB" sz="1400" b="1">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a:lnSpc>
                          <a:spcPct val="107000"/>
                        </a:lnSpc>
                        <a:spcAft>
                          <a:spcPts val="0"/>
                        </a:spcAft>
                      </a:pPr>
                      <a:r>
                        <a:rPr lang="en-US" sz="1400" b="1">
                          <a:effectLst/>
                        </a:rPr>
                        <a:t>NIT/BIT/2024/2590</a:t>
                      </a:r>
                      <a:endParaRPr lang="en-GB" sz="1400" b="1">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extLst>
                  <a:ext uri="{0D108BD9-81ED-4DB2-BD59-A6C34878D82A}">
                    <a16:rowId xmlns:a16="http://schemas.microsoft.com/office/drawing/2014/main" val="10006"/>
                  </a:ext>
                </a:extLst>
              </a:tr>
              <a:tr h="374073">
                <a:tc>
                  <a:txBody>
                    <a:bodyPr/>
                    <a:lstStyle/>
                    <a:p>
                      <a:pPr marL="0" lvl="0" indent="0">
                        <a:lnSpc>
                          <a:spcPct val="107000"/>
                        </a:lnSpc>
                        <a:spcAft>
                          <a:spcPts val="0"/>
                        </a:spcAft>
                        <a:buFont typeface="+mj-lt"/>
                        <a:buNone/>
                      </a:pPr>
                      <a:r>
                        <a:rPr lang="en-US" sz="1400" b="0" dirty="0">
                          <a:effectLst/>
                        </a:rPr>
                        <a:t>21.</a:t>
                      </a:r>
                      <a:endParaRPr lang="en-GB" sz="1400" b="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solidFill>
                      <a:schemeClr val="accent2">
                        <a:lumMod val="75000"/>
                      </a:schemeClr>
                    </a:solidFill>
                  </a:tcPr>
                </a:tc>
                <a:tc>
                  <a:txBody>
                    <a:bodyPr/>
                    <a:lstStyle/>
                    <a:p>
                      <a:pPr>
                        <a:lnSpc>
                          <a:spcPct val="107000"/>
                        </a:lnSpc>
                        <a:spcAft>
                          <a:spcPts val="0"/>
                        </a:spcAft>
                      </a:pPr>
                      <a:r>
                        <a:rPr lang="en-US" sz="1400" b="1" dirty="0">
                          <a:effectLst/>
                        </a:rPr>
                        <a:t>ERICK  KANIZIO  JEREMIA</a:t>
                      </a:r>
                      <a:endParaRPr lang="en-GB" sz="1400" b="1"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a:lnSpc>
                          <a:spcPct val="107000"/>
                        </a:lnSpc>
                        <a:spcAft>
                          <a:spcPts val="0"/>
                        </a:spcAft>
                      </a:pPr>
                      <a:r>
                        <a:rPr lang="en-US" sz="1400" b="1" dirty="0">
                          <a:effectLst/>
                        </a:rPr>
                        <a:t>NIT/BIT/2024/2640</a:t>
                      </a:r>
                      <a:endParaRPr lang="en-GB" sz="1400" b="1" dirty="0">
                        <a:effectLst/>
                      </a:endParaRPr>
                    </a:p>
                  </a:txBody>
                  <a:tcPr marL="68580" marR="68580" marT="0" marB="0"/>
                </a:tc>
                <a:extLst>
                  <a:ext uri="{0D108BD9-81ED-4DB2-BD59-A6C34878D82A}">
                    <a16:rowId xmlns:a16="http://schemas.microsoft.com/office/drawing/2014/main" val="10007"/>
                  </a:ext>
                </a:extLst>
              </a:tr>
            </a:tbl>
          </a:graphicData>
        </a:graphic>
      </p:graphicFrame>
      <p:sp>
        <p:nvSpPr>
          <p:cNvPr id="1048600" name="Rectangle 1"/>
          <p:cNvSpPr>
            <a:spLocks noChangeArrowheads="1"/>
          </p:cNvSpPr>
          <p:nvPr/>
        </p:nvSpPr>
        <p:spPr bwMode="auto">
          <a:xfrm>
            <a:off x="0" y="49530"/>
            <a:ext cx="182880" cy="358140"/>
          </a:xfrm>
          <a:prstGeom prst="rect">
            <a:avLst/>
          </a:prstGeom>
          <a:noFill/>
          <a:ln>
            <a:noFill/>
          </a:ln>
          <a:effectLst/>
        </p:spPr>
        <p:txBody>
          <a:bodyPr vert="horz" wrap="none" lIns="91440" tIns="45720" rIns="91440" bIns="45720" numCol="1" anchor="ctr" anchorCtr="0" compatLnSpc="1">
            <a:spAutoFit/>
          </a:bodyPr>
          <a:lstStyle/>
          <a:p>
            <a:endParaRPr lang="en-GB"/>
          </a:p>
        </p:txBody>
      </p:sp>
      <p:graphicFrame>
        <p:nvGraphicFramePr>
          <p:cNvPr id="2" name="Table 1">
            <a:extLst>
              <a:ext uri="{FF2B5EF4-FFF2-40B4-BE49-F238E27FC236}">
                <a16:creationId xmlns:a16="http://schemas.microsoft.com/office/drawing/2014/main" id="{3A0A7C48-9A98-1AAC-A177-D367166CB661}"/>
              </a:ext>
            </a:extLst>
          </p:cNvPr>
          <p:cNvGraphicFramePr>
            <a:graphicFrameLocks noGrp="1"/>
          </p:cNvGraphicFramePr>
          <p:nvPr>
            <p:extLst>
              <p:ext uri="{D42A27DB-BD31-4B8C-83A1-F6EECF244321}">
                <p14:modId xmlns:p14="http://schemas.microsoft.com/office/powerpoint/2010/main" val="1026277310"/>
              </p:ext>
            </p:extLst>
          </p:nvPr>
        </p:nvGraphicFramePr>
        <p:xfrm>
          <a:off x="939339" y="4754878"/>
          <a:ext cx="8936181" cy="741680"/>
        </p:xfrm>
        <a:graphic>
          <a:graphicData uri="http://schemas.openxmlformats.org/drawingml/2006/table">
            <a:tbl>
              <a:tblPr firstRow="1" bandRow="1">
                <a:tableStyleId>{5C22544A-7EE6-4342-B048-85BDC9FD1C3A}</a:tableStyleId>
              </a:tblPr>
              <a:tblGrid>
                <a:gridCol w="808779">
                  <a:extLst>
                    <a:ext uri="{9D8B030D-6E8A-4147-A177-3AD203B41FA5}">
                      <a16:colId xmlns:a16="http://schemas.microsoft.com/office/drawing/2014/main" val="924724414"/>
                    </a:ext>
                  </a:extLst>
                </a:gridCol>
                <a:gridCol w="4074458">
                  <a:extLst>
                    <a:ext uri="{9D8B030D-6E8A-4147-A177-3AD203B41FA5}">
                      <a16:colId xmlns:a16="http://schemas.microsoft.com/office/drawing/2014/main" val="3789704800"/>
                    </a:ext>
                  </a:extLst>
                </a:gridCol>
                <a:gridCol w="4052944">
                  <a:extLst>
                    <a:ext uri="{9D8B030D-6E8A-4147-A177-3AD203B41FA5}">
                      <a16:colId xmlns:a16="http://schemas.microsoft.com/office/drawing/2014/main" val="3417984430"/>
                    </a:ext>
                  </a:extLst>
                </a:gridCol>
              </a:tblGrid>
              <a:tr h="370840">
                <a:tc>
                  <a:txBody>
                    <a:bodyPr/>
                    <a:lstStyle/>
                    <a:p>
                      <a:r>
                        <a:rPr lang="en-US" sz="1400" dirty="0"/>
                        <a:t>22.</a:t>
                      </a:r>
                      <a:endParaRPr lang="en-TZ" sz="1400" dirty="0"/>
                    </a:p>
                  </a:txBody>
                  <a:tcPr>
                    <a:solidFill>
                      <a:schemeClr val="accent2">
                        <a:lumMod val="75000"/>
                      </a:schemeClr>
                    </a:solidFill>
                  </a:tcPr>
                </a:tc>
                <a:tc>
                  <a:txBody>
                    <a:bodyPr/>
                    <a:lstStyle/>
                    <a:p>
                      <a:r>
                        <a:rPr lang="en-US" sz="1400" b="1" dirty="0">
                          <a:solidFill>
                            <a:schemeClr val="tx1"/>
                          </a:solidFill>
                        </a:rPr>
                        <a:t>HIJA  JUMA  OMARY</a:t>
                      </a:r>
                      <a:endParaRPr lang="en-TZ" sz="1400" b="1" dirty="0">
                        <a:solidFill>
                          <a:schemeClr val="tx1"/>
                        </a:solidFill>
                      </a:endParaRPr>
                    </a:p>
                  </a:txBody>
                  <a:tcPr>
                    <a:solidFill>
                      <a:schemeClr val="accent1">
                        <a:lumMod val="40000"/>
                        <a:lumOff val="60000"/>
                      </a:schemeClr>
                    </a:solidFill>
                  </a:tcPr>
                </a:tc>
                <a:tc>
                  <a:txBody>
                    <a:bodyPr/>
                    <a:lstStyle/>
                    <a:p>
                      <a:r>
                        <a:rPr lang="en-US" sz="1400" b="1" dirty="0">
                          <a:solidFill>
                            <a:srgbClr val="000000"/>
                          </a:solidFill>
                        </a:rPr>
                        <a:t>NIT/BIT/2024/2410</a:t>
                      </a:r>
                      <a:endParaRPr lang="en-TZ" sz="1400" b="1" dirty="0">
                        <a:solidFill>
                          <a:srgbClr val="000000"/>
                        </a:solidFill>
                      </a:endParaRPr>
                    </a:p>
                  </a:txBody>
                  <a:tcPr>
                    <a:solidFill>
                      <a:schemeClr val="accent1">
                        <a:lumMod val="40000"/>
                        <a:lumOff val="60000"/>
                      </a:schemeClr>
                    </a:solidFill>
                  </a:tcPr>
                </a:tc>
                <a:extLst>
                  <a:ext uri="{0D108BD9-81ED-4DB2-BD59-A6C34878D82A}">
                    <a16:rowId xmlns:a16="http://schemas.microsoft.com/office/drawing/2014/main" val="1346891353"/>
                  </a:ext>
                </a:extLst>
              </a:tr>
              <a:tr h="370840">
                <a:tc>
                  <a:txBody>
                    <a:bodyPr/>
                    <a:lstStyle/>
                    <a:p>
                      <a:r>
                        <a:rPr lang="en-US" sz="1600" dirty="0">
                          <a:solidFill>
                            <a:schemeClr val="bg1"/>
                          </a:solidFill>
                        </a:rPr>
                        <a:t>23.</a:t>
                      </a:r>
                      <a:endParaRPr lang="en-TZ" sz="1600" dirty="0">
                        <a:solidFill>
                          <a:schemeClr val="bg1"/>
                        </a:solidFill>
                      </a:endParaRPr>
                    </a:p>
                  </a:txBody>
                  <a:tcPr>
                    <a:solidFill>
                      <a:schemeClr val="accent2">
                        <a:lumMod val="75000"/>
                      </a:schemeClr>
                    </a:solidFill>
                  </a:tcPr>
                </a:tc>
                <a:tc>
                  <a:txBody>
                    <a:bodyPr/>
                    <a:lstStyle/>
                    <a:p>
                      <a:r>
                        <a:rPr lang="en-US" sz="1400" b="1" dirty="0"/>
                        <a:t>ALHAJI  HAMZA  MMONDE</a:t>
                      </a:r>
                      <a:endParaRPr lang="en-TZ" sz="1400" b="1" dirty="0"/>
                    </a:p>
                  </a:txBody>
                  <a:tcPr/>
                </a:tc>
                <a:tc>
                  <a:txBody>
                    <a:bodyPr/>
                    <a:lstStyle/>
                    <a:p>
                      <a:r>
                        <a:rPr lang="en-US" sz="1400" b="1" dirty="0"/>
                        <a:t>NIT/BIT/2024/2600</a:t>
                      </a:r>
                      <a:endParaRPr lang="en-TZ" sz="1400" b="1" dirty="0"/>
                    </a:p>
                  </a:txBody>
                  <a:tcPr/>
                </a:tc>
                <a:extLst>
                  <a:ext uri="{0D108BD9-81ED-4DB2-BD59-A6C34878D82A}">
                    <a16:rowId xmlns:a16="http://schemas.microsoft.com/office/drawing/2014/main" val="1054075061"/>
                  </a:ext>
                </a:extLst>
              </a:tr>
            </a:tbl>
          </a:graphicData>
        </a:graphic>
      </p:graphicFrame>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8595" name="Title 1"/>
          <p:cNvSpPr>
            <a:spLocks noGrp="1"/>
          </p:cNvSpPr>
          <p:nvPr>
            <p:ph type="ctrTitle"/>
          </p:nvPr>
        </p:nvSpPr>
        <p:spPr>
          <a:xfrm>
            <a:off x="1524000" y="228601"/>
            <a:ext cx="9144000" cy="762000"/>
          </a:xfrm>
        </p:spPr>
        <p:txBody>
          <a:bodyPr>
            <a:normAutofit fontScale="90000"/>
          </a:bodyPr>
          <a:lstStyle/>
          <a:p>
            <a:pPr algn="ctr"/>
            <a:r>
              <a:rPr lang="en-GB" sz="4800" b="1" dirty="0"/>
              <a:t>STRING</a:t>
            </a:r>
            <a:r>
              <a:rPr lang="en-GB" b="1" dirty="0"/>
              <a:t> </a:t>
            </a:r>
          </a:p>
        </p:txBody>
      </p:sp>
      <p:sp>
        <p:nvSpPr>
          <p:cNvPr id="1048596" name="Subtitle 2"/>
          <p:cNvSpPr>
            <a:spLocks noGrp="1"/>
          </p:cNvSpPr>
          <p:nvPr>
            <p:ph type="subTitle" idx="1"/>
          </p:nvPr>
        </p:nvSpPr>
        <p:spPr>
          <a:xfrm>
            <a:off x="548640" y="990600"/>
            <a:ext cx="11186160" cy="5059679"/>
          </a:xfrm>
        </p:spPr>
        <p:txBody>
          <a:bodyPr/>
          <a:lstStyle/>
          <a:p>
            <a:pPr lvl="0" algn="l"/>
            <a:r>
              <a:rPr lang="en-US" dirty="0"/>
              <a:t>     </a:t>
            </a:r>
            <a:r>
              <a:rPr lang="en-US" sz="2800" dirty="0"/>
              <a:t>A </a:t>
            </a:r>
            <a:r>
              <a:rPr lang="en-US" sz="2800" b="1" dirty="0"/>
              <a:t>string</a:t>
            </a:r>
            <a:r>
              <a:rPr lang="en-US" sz="2800" dirty="0"/>
              <a:t> is a linear data structure used to store and manipulate </a:t>
            </a:r>
            <a:r>
              <a:rPr lang="en-US" sz="2800" b="1" dirty="0"/>
              <a:t>a </a:t>
            </a:r>
            <a:r>
              <a:rPr lang="en-US" sz="2800" dirty="0"/>
              <a:t>sequence of characters. Each character can be a </a:t>
            </a:r>
            <a:r>
              <a:rPr lang="en-US" sz="2800" b="1" dirty="0"/>
              <a:t>letter</a:t>
            </a:r>
            <a:r>
              <a:rPr lang="en-US" sz="2800" dirty="0"/>
              <a:t>, </a:t>
            </a:r>
            <a:r>
              <a:rPr lang="en-US" sz="2800" b="1" dirty="0"/>
              <a:t>digit</a:t>
            </a:r>
            <a:r>
              <a:rPr lang="en-US" sz="2800" dirty="0"/>
              <a:t>, </a:t>
            </a:r>
            <a:r>
              <a:rPr lang="en-US" sz="2800" b="1" dirty="0"/>
              <a:t>symbol</a:t>
            </a:r>
            <a:r>
              <a:rPr lang="en-US" sz="2800" dirty="0"/>
              <a:t>, or </a:t>
            </a:r>
            <a:r>
              <a:rPr lang="en-US" sz="2800" b="1" dirty="0"/>
              <a:t>space</a:t>
            </a:r>
            <a:r>
              <a:rPr lang="en-US" sz="2800" dirty="0"/>
              <a:t>, and they are stored in </a:t>
            </a:r>
            <a:r>
              <a:rPr lang="en-US" sz="2800" b="1" dirty="0"/>
              <a:t>memory locations.</a:t>
            </a:r>
          </a:p>
          <a:p>
            <a:pPr lvl="0" algn="l"/>
            <a:endParaRPr lang="en-US" sz="2800" b="1" dirty="0"/>
          </a:p>
          <a:p>
            <a:pPr algn="l"/>
            <a:r>
              <a:rPr lang="en-US" sz="2800" dirty="0"/>
              <a:t>   A</a:t>
            </a:r>
            <a:r>
              <a:rPr lang="en-US" sz="2800" b="1" dirty="0"/>
              <a:t> string</a:t>
            </a:r>
            <a:r>
              <a:rPr lang="en-US" sz="2800" dirty="0"/>
              <a:t> is a collection of characters arranged one after another to represent text.</a:t>
            </a:r>
          </a:p>
          <a:p>
            <a:pPr algn="l"/>
            <a:endParaRPr lang="en-US" sz="2800" dirty="0"/>
          </a:p>
          <a:p>
            <a:pPr algn="l"/>
            <a:r>
              <a:rPr lang="en-US" sz="2800" dirty="0"/>
              <a:t>Strings are typically enclosed in quotation marks  (</a:t>
            </a:r>
            <a:r>
              <a:rPr lang="en-US" sz="2800" b="1" dirty="0" err="1"/>
              <a:t>eg</a:t>
            </a:r>
            <a:r>
              <a:rPr lang="en-US" sz="2800" dirty="0"/>
              <a:t>, “this is a string” or ‘this to’ in some many languages to distinguish them from numbers or variables.</a:t>
            </a:r>
          </a:p>
          <a:p>
            <a:pPr algn="l"/>
            <a:endParaRPr lang="en-US" dirty="0"/>
          </a:p>
          <a:p>
            <a:pPr algn="l"/>
            <a:endParaRPr lang="en-US" dirty="0"/>
          </a:p>
          <a:p>
            <a:pPr algn="l"/>
            <a:endParaRPr lang="en-US" dirty="0"/>
          </a:p>
          <a:p>
            <a:pPr algn="l"/>
            <a:endParaRPr lang="en-US" dirty="0"/>
          </a:p>
          <a:p>
            <a:pPr algn="l"/>
            <a:endParaRPr lang="en-US" dirty="0"/>
          </a:p>
          <a:p>
            <a:pPr algn="l"/>
            <a:endParaRPr lang="en-US" dirty="0"/>
          </a:p>
          <a:p>
            <a:pPr algn="l"/>
            <a:endParaRPr lang="en-US" dirty="0"/>
          </a:p>
          <a:p>
            <a:pPr algn="l"/>
            <a:endParaRPr lang="en-US" dirty="0"/>
          </a:p>
          <a:p>
            <a:pPr algn="l"/>
            <a:endParaRPr lang="en-US" dirty="0"/>
          </a:p>
          <a:p>
            <a:pPr algn="l"/>
            <a:endParaRPr lang="en-GB" dirty="0"/>
          </a:p>
          <a:p>
            <a:pPr lvl="0" algn="l"/>
            <a:endParaRPr lang="en-GB" dirty="0"/>
          </a:p>
        </p:txBody>
      </p:sp>
    </p:spTree>
  </p:cSld>
  <p:clrMapOvr>
    <a:masterClrMapping/>
  </p:clrMapOvr>
  <mc:AlternateContent xmlns:mc="http://schemas.openxmlformats.org/markup-compatibility/2006" xmlns:p14="http://schemas.microsoft.com/office/powerpoint/2010/main">
    <mc:Choice Requires="p14">
      <p:transition spd="slow" p14:dur="1500">
        <p:split orient="vert"/>
      </p:transition>
    </mc:Choice>
    <mc:Fallback xmlns="">
      <p:transition spd="slow">
        <p:split orient="vert"/>
      </p:transition>
    </mc:Fallback>
  </mc:AlternateContent>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8586" name="Title 1"/>
          <p:cNvSpPr>
            <a:spLocks noGrp="1"/>
          </p:cNvSpPr>
          <p:nvPr>
            <p:ph type="title"/>
          </p:nvPr>
        </p:nvSpPr>
        <p:spPr>
          <a:xfrm>
            <a:off x="838200" y="167641"/>
            <a:ext cx="10515600" cy="365759"/>
          </a:xfrm>
        </p:spPr>
        <p:txBody>
          <a:bodyPr>
            <a:normAutofit fontScale="90000"/>
          </a:bodyPr>
          <a:lstStyle/>
          <a:p>
            <a:pPr algn="ctr"/>
            <a:r>
              <a:rPr lang="en-GB" b="1" dirty="0"/>
              <a:t>Characteristics of Strings</a:t>
            </a:r>
          </a:p>
        </p:txBody>
      </p:sp>
      <p:sp>
        <p:nvSpPr>
          <p:cNvPr id="1048587" name="Content Placeholder 2"/>
          <p:cNvSpPr>
            <a:spLocks noGrp="1"/>
          </p:cNvSpPr>
          <p:nvPr>
            <p:ph idx="1"/>
          </p:nvPr>
        </p:nvSpPr>
        <p:spPr>
          <a:xfrm>
            <a:off x="609601" y="533400"/>
            <a:ext cx="11292840" cy="6172200"/>
          </a:xfrm>
        </p:spPr>
        <p:txBody>
          <a:bodyPr>
            <a:noAutofit/>
          </a:bodyPr>
          <a:lstStyle/>
          <a:p>
            <a:pPr marL="0" indent="0">
              <a:buNone/>
            </a:pPr>
            <a:r>
              <a:rPr lang="en-GB" b="1" dirty="0"/>
              <a:t>Indexed Structure</a:t>
            </a:r>
          </a:p>
          <a:p>
            <a:pPr marL="0" indent="0">
              <a:buNone/>
            </a:pPr>
            <a:r>
              <a:rPr lang="en-GB" dirty="0"/>
              <a:t>Each character is stored at a specific index:</a:t>
            </a:r>
          </a:p>
          <a:p>
            <a:pPr marL="0" indent="0">
              <a:buNone/>
            </a:pPr>
            <a:r>
              <a:rPr lang="en-GB" dirty="0"/>
              <a:t>example</a:t>
            </a:r>
          </a:p>
          <a:p>
            <a:pPr marL="0" indent="0">
              <a:buNone/>
            </a:pPr>
            <a:r>
              <a:rPr lang="pt-BR" dirty="0"/>
              <a:t>Index:  0  1  2  3  4</a:t>
            </a:r>
          </a:p>
          <a:p>
            <a:pPr marL="0" indent="0">
              <a:buNone/>
            </a:pPr>
            <a:r>
              <a:rPr lang="pt-BR" dirty="0"/>
              <a:t>String: H  E  L  L  O</a:t>
            </a:r>
          </a:p>
          <a:p>
            <a:pPr marL="0" indent="0">
              <a:buNone/>
            </a:pPr>
            <a:r>
              <a:rPr lang="en-GB" b="1" dirty="0"/>
              <a:t>Immutable or Mutable</a:t>
            </a:r>
          </a:p>
          <a:p>
            <a:r>
              <a:rPr lang="en-GB" dirty="0"/>
              <a:t>Some languages  </a:t>
            </a:r>
            <a:r>
              <a:rPr lang="en-GB" b="1" dirty="0"/>
              <a:t>immutable strings</a:t>
            </a:r>
            <a:r>
              <a:rPr lang="en-GB" dirty="0"/>
              <a:t> (cannot be changed)</a:t>
            </a:r>
            <a:br>
              <a:rPr lang="en-GB" dirty="0"/>
            </a:br>
            <a:r>
              <a:rPr lang="en-GB" dirty="0"/>
              <a:t>Examples: Python, Java</a:t>
            </a:r>
          </a:p>
          <a:p>
            <a:r>
              <a:rPr lang="en-GB" dirty="0"/>
              <a:t>Some languages </a:t>
            </a:r>
            <a:r>
              <a:rPr lang="en-GB" b="1" dirty="0"/>
              <a:t>mutable strings</a:t>
            </a:r>
            <a:r>
              <a:rPr lang="en-GB" dirty="0"/>
              <a:t> (can be changed)</a:t>
            </a:r>
            <a:br>
              <a:rPr lang="en-GB" dirty="0"/>
            </a:br>
            <a:r>
              <a:rPr lang="en-GB" dirty="0"/>
              <a:t>Examples: C character arrays</a:t>
            </a:r>
          </a:p>
          <a:p>
            <a:pPr marL="0" indent="0">
              <a:buNone/>
            </a:pPr>
            <a:r>
              <a:rPr lang="en-GB" b="1" dirty="0"/>
              <a:t> Dynamic Size or Fixed Size</a:t>
            </a:r>
          </a:p>
          <a:p>
            <a:r>
              <a:rPr lang="en-GB" dirty="0"/>
              <a:t>Dynamic strings automatically grow/shrink (Python, JavaScript)</a:t>
            </a:r>
          </a:p>
          <a:p>
            <a:r>
              <a:rPr lang="en-GB" dirty="0"/>
              <a:t>Fixed-length strings allocated with fixed memory (C, C++)</a:t>
            </a:r>
          </a:p>
          <a:p>
            <a:pPr marL="0" indent="0">
              <a:buNone/>
            </a:pPr>
            <a:endParaRPr lang="pt-BR" dirty="0"/>
          </a:p>
          <a:p>
            <a:pPr marL="0" indent="0">
              <a:buNone/>
            </a:pPr>
            <a:endParaRPr lang="en-GB" dirty="0"/>
          </a:p>
        </p:txBody>
      </p:sp>
    </p:spTree>
  </p:cSld>
  <p:clrMapOvr>
    <a:masterClrMapping/>
  </p:clrMapOvr>
  <mc:AlternateContent xmlns:mc="http://schemas.openxmlformats.org/markup-compatibility/2006" xmlns:p14="http://schemas.microsoft.com/office/powerpoint/2010/main">
    <mc:Choice Requires="p14">
      <p:transition spd="slow" p14:dur="1500">
        <p:split orient="vert"/>
      </p:transition>
    </mc:Choice>
    <mc:Fallback xmlns="">
      <p:transition spd="slow">
        <p:split orient="vert"/>
      </p:transition>
    </mc:Fallback>
  </mc:AlternateContent>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8588" name="Title 1"/>
          <p:cNvSpPr>
            <a:spLocks noGrp="1"/>
          </p:cNvSpPr>
          <p:nvPr>
            <p:ph type="title"/>
          </p:nvPr>
        </p:nvSpPr>
        <p:spPr>
          <a:xfrm>
            <a:off x="838200" y="365125"/>
            <a:ext cx="10515600" cy="716915"/>
          </a:xfrm>
        </p:spPr>
        <p:txBody>
          <a:bodyPr>
            <a:normAutofit/>
          </a:bodyPr>
          <a:lstStyle/>
          <a:p>
            <a:pPr algn="ctr"/>
            <a:r>
              <a:rPr lang="en-GB" sz="4000" b="1" dirty="0"/>
              <a:t>Uses of String </a:t>
            </a:r>
            <a:endParaRPr lang="en-GB" sz="4000" dirty="0"/>
          </a:p>
        </p:txBody>
      </p:sp>
      <p:sp>
        <p:nvSpPr>
          <p:cNvPr id="1048589" name="Content Placeholder 2"/>
          <p:cNvSpPr>
            <a:spLocks noGrp="1"/>
          </p:cNvSpPr>
          <p:nvPr>
            <p:ph idx="1"/>
          </p:nvPr>
        </p:nvSpPr>
        <p:spPr>
          <a:xfrm>
            <a:off x="731520" y="929640"/>
            <a:ext cx="10622280" cy="5396345"/>
          </a:xfrm>
        </p:spPr>
        <p:txBody>
          <a:bodyPr>
            <a:normAutofit lnSpcReduction="10000"/>
          </a:bodyPr>
          <a:lstStyle/>
          <a:p>
            <a:pPr lvl="0">
              <a:buFont typeface="Wingdings" panose="05000000000000000000" pitchFamily="2" charset="2"/>
              <a:buChar char="Ø"/>
            </a:pPr>
            <a:r>
              <a:rPr lang="en-GB" dirty="0"/>
              <a:t>  Strings are used in almost every area of programming because they represent </a:t>
            </a:r>
            <a:r>
              <a:rPr lang="en-GB" b="1" dirty="0"/>
              <a:t>textual information</a:t>
            </a:r>
            <a:r>
              <a:rPr lang="en-GB" dirty="0"/>
              <a:t>. The main uses include:</a:t>
            </a:r>
          </a:p>
          <a:p>
            <a:pPr marL="0" indent="0">
              <a:buNone/>
            </a:pPr>
            <a:endParaRPr lang="en-GB" dirty="0"/>
          </a:p>
          <a:p>
            <a:pPr marL="0" indent="0">
              <a:buNone/>
            </a:pPr>
            <a:r>
              <a:rPr lang="en-GB" b="1" dirty="0"/>
              <a:t>              Database Operations</a:t>
            </a:r>
          </a:p>
          <a:p>
            <a:pPr marL="0" indent="0">
              <a:buNone/>
            </a:pPr>
            <a:r>
              <a:rPr lang="en-GB" dirty="0"/>
              <a:t>Strings are used to store textual information such as names, addresses, messages, descriptions, words and sentences in databases, execute queries based on strings criteria and manage file names and paths in file systems.</a:t>
            </a:r>
            <a:r>
              <a:rPr lang="en-US" altLang="en-GB" dirty="0"/>
              <a:t> Example, </a:t>
            </a:r>
            <a:r>
              <a:rPr lang="en-US" altLang="en-GB" b="1" dirty="0"/>
              <a:t>SELECT *FROM users WHERE name=`Aisha`;</a:t>
            </a:r>
            <a:endParaRPr lang="en-US" altLang="en-GB" dirty="0"/>
          </a:p>
          <a:p>
            <a:pPr marL="0" indent="0">
              <a:buNone/>
            </a:pPr>
            <a:endParaRPr lang="en-GB" dirty="0"/>
          </a:p>
          <a:p>
            <a:pPr marL="0" indent="0">
              <a:buNone/>
            </a:pPr>
            <a:r>
              <a:rPr lang="en-GB" dirty="0">
                <a:solidFill>
                  <a:srgbClr val="FF0000"/>
                </a:solidFill>
              </a:rPr>
              <a:t>               </a:t>
            </a:r>
            <a:r>
              <a:rPr lang="en-GB" b="1" dirty="0"/>
              <a:t>Search Engines and Information Retrieval</a:t>
            </a:r>
          </a:p>
          <a:p>
            <a:pPr marL="0" indent="0">
              <a:buNone/>
            </a:pPr>
            <a:r>
              <a:rPr lang="en-GB" dirty="0"/>
              <a:t>String matching algorithms are vital for indexing web pages, performing keyword searches, and  providing autocomplete suggestions.</a:t>
            </a:r>
          </a:p>
          <a:p>
            <a:pPr marL="0" indent="0">
              <a:buNone/>
            </a:pPr>
            <a:endParaRPr lang="en-GB" dirty="0"/>
          </a:p>
          <a:p>
            <a:pPr marL="0" indent="0">
              <a:buNone/>
            </a:pPr>
            <a:endParaRPr lang="en-GB" dirty="0">
              <a:solidFill>
                <a:srgbClr val="002060"/>
              </a:solidFill>
            </a:endParaRPr>
          </a:p>
          <a:p>
            <a:pPr marL="0" indent="0">
              <a:buNone/>
            </a:pPr>
            <a:endParaRPr lang="en-GB" dirty="0"/>
          </a:p>
          <a:p>
            <a:endParaRPr lang="en-GB" dirty="0"/>
          </a:p>
          <a:p>
            <a:pPr lvl="0"/>
            <a:endParaRPr lang="en-GB" dirty="0"/>
          </a:p>
        </p:txBody>
      </p:sp>
    </p:spTree>
  </p:cSld>
  <p:clrMapOvr>
    <a:masterClrMapping/>
  </p:clrMapOvr>
  <mc:AlternateContent xmlns:mc="http://schemas.openxmlformats.org/markup-compatibility/2006" xmlns:p14="http://schemas.microsoft.com/office/powerpoint/2010/main">
    <mc:Choice Requires="p14">
      <p:transition spd="slow" p14:dur="1500">
        <p:split orient="vert"/>
      </p:transition>
    </mc:Choice>
    <mc:Fallback xmlns="">
      <p:transition spd="slow">
        <p:split orient="vert"/>
      </p:transition>
    </mc:Fallback>
  </mc:AlternateContent>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8597" name="Title 1"/>
          <p:cNvSpPr>
            <a:spLocks noGrp="1"/>
          </p:cNvSpPr>
          <p:nvPr>
            <p:ph type="title"/>
          </p:nvPr>
        </p:nvSpPr>
        <p:spPr>
          <a:xfrm>
            <a:off x="955964" y="365126"/>
            <a:ext cx="10397836" cy="898410"/>
          </a:xfrm>
        </p:spPr>
        <p:txBody>
          <a:bodyPr/>
          <a:lstStyle/>
          <a:p>
            <a:pPr algn="ctr"/>
            <a:r>
              <a:rPr lang="en-GB" b="1" dirty="0"/>
              <a:t>Uses of String</a:t>
            </a:r>
          </a:p>
        </p:txBody>
      </p:sp>
      <p:sp>
        <p:nvSpPr>
          <p:cNvPr id="1048598" name="Content Placeholder 4"/>
          <p:cNvSpPr>
            <a:spLocks noGrp="1"/>
          </p:cNvSpPr>
          <p:nvPr>
            <p:ph idx="1"/>
          </p:nvPr>
        </p:nvSpPr>
        <p:spPr>
          <a:xfrm>
            <a:off x="731520" y="950595"/>
            <a:ext cx="10622280" cy="5566410"/>
          </a:xfrm>
        </p:spPr>
        <p:txBody>
          <a:bodyPr>
            <a:normAutofit lnSpcReduction="10000"/>
          </a:bodyPr>
          <a:lstStyle/>
          <a:p>
            <a:pPr marL="0" indent="0">
              <a:buNone/>
            </a:pPr>
            <a:r>
              <a:rPr lang="en-GB" dirty="0"/>
              <a:t>        </a:t>
            </a:r>
            <a:r>
              <a:rPr lang="en-GB" b="1" dirty="0"/>
              <a:t>Security Applications</a:t>
            </a:r>
          </a:p>
          <a:p>
            <a:pPr marL="0" indent="0">
              <a:buNone/>
            </a:pPr>
            <a:r>
              <a:rPr lang="en-GB" dirty="0"/>
              <a:t>Strings are integral to security processes, including password hashing and storage, encryption and decryption to sensitive data, input validation to prevent attacks like SQL injections.</a:t>
            </a:r>
          </a:p>
          <a:p>
            <a:pPr marL="0" indent="0">
              <a:buNone/>
            </a:pPr>
            <a:endParaRPr lang="en-GB" dirty="0"/>
          </a:p>
          <a:p>
            <a:pPr marL="0" indent="0">
              <a:buNone/>
            </a:pPr>
            <a:r>
              <a:rPr lang="en-GB" dirty="0"/>
              <a:t>          </a:t>
            </a:r>
            <a:r>
              <a:rPr lang="en-GB" b="1" dirty="0"/>
              <a:t>Networking and Communications</a:t>
            </a:r>
          </a:p>
          <a:p>
            <a:pPr marL="0" indent="0">
              <a:buNone/>
            </a:pPr>
            <a:r>
              <a:rPr lang="en-GB" dirty="0"/>
              <a:t>Strings encode and decode data sent over networks (</a:t>
            </a:r>
            <a:r>
              <a:rPr lang="en-GB" dirty="0" err="1"/>
              <a:t>e.g</a:t>
            </a:r>
            <a:r>
              <a:rPr lang="en-GB" dirty="0"/>
              <a:t>, http requests and responses) and handle URLs and client server communications messages.</a:t>
            </a:r>
          </a:p>
          <a:p>
            <a:pPr marL="0" indent="0">
              <a:buNone/>
            </a:pPr>
            <a:endParaRPr lang="en-GB" dirty="0"/>
          </a:p>
          <a:p>
            <a:pPr marL="0" indent="0">
              <a:buNone/>
            </a:pPr>
            <a:r>
              <a:rPr lang="en-GB" dirty="0"/>
              <a:t>          </a:t>
            </a:r>
            <a:r>
              <a:rPr lang="en-GB" b="1" dirty="0"/>
              <a:t>Compilers and Programming Languages</a:t>
            </a:r>
          </a:p>
          <a:p>
            <a:pPr marL="0" indent="0">
              <a:buNone/>
            </a:pPr>
            <a:r>
              <a:rPr lang="en-GB" dirty="0"/>
              <a:t>Compilers use strings during lexical analysis to pars identifiers and keywords, generate codes and report errors.</a:t>
            </a:r>
          </a:p>
        </p:txBody>
      </p:sp>
    </p:spTree>
  </p:cSld>
  <p:clrMapOvr>
    <a:masterClrMapping/>
  </p:clrMapOvr>
  <mc:AlternateContent xmlns:mc="http://schemas.openxmlformats.org/markup-compatibility/2006" xmlns:p14="http://schemas.microsoft.com/office/powerpoint/2010/main">
    <mc:Choice Requires="p14">
      <p:transition spd="slow" p14:dur="1500">
        <p:split orient="vert"/>
      </p:transition>
    </mc:Choice>
    <mc:Fallback xmlns="">
      <p:transition spd="slow">
        <p:split orient="vert"/>
      </p:transition>
    </mc:Fallback>
  </mc:AlternateContent>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8601" name="Title 1"/>
          <p:cNvSpPr>
            <a:spLocks noGrp="1"/>
          </p:cNvSpPr>
          <p:nvPr>
            <p:ph type="title"/>
          </p:nvPr>
        </p:nvSpPr>
        <p:spPr>
          <a:xfrm>
            <a:off x="838200" y="365125"/>
            <a:ext cx="10515600" cy="549275"/>
          </a:xfrm>
        </p:spPr>
        <p:txBody>
          <a:bodyPr>
            <a:normAutofit fontScale="90000"/>
          </a:bodyPr>
          <a:lstStyle/>
          <a:p>
            <a:pPr algn="ctr"/>
            <a:r>
              <a:rPr lang="en-GB" b="1" dirty="0"/>
              <a:t>Uses of String </a:t>
            </a:r>
            <a:endParaRPr lang="en-GB" dirty="0"/>
          </a:p>
        </p:txBody>
      </p:sp>
      <p:sp>
        <p:nvSpPr>
          <p:cNvPr id="1048602" name="Content Placeholder 2"/>
          <p:cNvSpPr>
            <a:spLocks noGrp="1"/>
          </p:cNvSpPr>
          <p:nvPr>
            <p:ph idx="1"/>
          </p:nvPr>
        </p:nvSpPr>
        <p:spPr>
          <a:xfrm>
            <a:off x="838200" y="1402080"/>
            <a:ext cx="10515600" cy="4774883"/>
          </a:xfrm>
        </p:spPr>
        <p:txBody>
          <a:bodyPr>
            <a:normAutofit/>
          </a:bodyPr>
          <a:lstStyle/>
          <a:p>
            <a:pPr marL="0" indent="0">
              <a:buNone/>
            </a:pPr>
            <a:r>
              <a:rPr lang="en-GB" b="1" dirty="0"/>
              <a:t>      Text Processing and Analysis</a:t>
            </a:r>
          </a:p>
          <a:p>
            <a:pPr marL="0" indent="0">
              <a:buNone/>
            </a:pPr>
            <a:r>
              <a:rPr lang="en-GB" dirty="0"/>
              <a:t>The primary uses of string is to store, manipulate and analyse textual data. This includes tasks like word counts, spell checking and formatting text using makeups like html and markdown.</a:t>
            </a:r>
            <a:r>
              <a:rPr lang="en-US" altLang="en-GB" dirty="0"/>
              <a:t> </a:t>
            </a:r>
          </a:p>
          <a:p>
            <a:pPr marL="0" indent="0">
              <a:buNone/>
            </a:pPr>
            <a:r>
              <a:rPr lang="en-US" altLang="en-GB" dirty="0"/>
              <a:t>Example, </a:t>
            </a:r>
            <a:r>
              <a:rPr lang="en-US" altLang="en-GB" b="1" dirty="0"/>
              <a:t>text[i] = to upper(text[i]; // convert to uppercase</a:t>
            </a:r>
            <a:endParaRPr lang="en-GB" dirty="0"/>
          </a:p>
          <a:p>
            <a:pPr marL="0" indent="0">
              <a:buNone/>
            </a:pPr>
            <a:endParaRPr lang="en-GB" dirty="0"/>
          </a:p>
          <a:p>
            <a:pPr marL="0" indent="0">
              <a:buNone/>
            </a:pPr>
            <a:r>
              <a:rPr lang="en-GB" dirty="0"/>
              <a:t>        </a:t>
            </a:r>
            <a:r>
              <a:rPr lang="en-GB" b="1" dirty="0"/>
              <a:t>Data Representation and Serialization </a:t>
            </a:r>
          </a:p>
          <a:p>
            <a:pPr marL="0" indent="0">
              <a:buNone/>
            </a:pPr>
            <a:r>
              <a:rPr lang="en-GB" dirty="0"/>
              <a:t>Strings represent in various structured format like JSON, XML and CSV for storage and transmission between systems, they are also used to format data like dates and times (</a:t>
            </a:r>
            <a:r>
              <a:rPr lang="en-GB" dirty="0" err="1"/>
              <a:t>eg</a:t>
            </a:r>
            <a:r>
              <a:rPr lang="en-GB" dirty="0"/>
              <a:t>, “YYYY-MM-DD”)</a:t>
            </a:r>
          </a:p>
          <a:p>
            <a:endParaRPr lang="en-GB" dirty="0"/>
          </a:p>
          <a:p>
            <a:pPr marL="0" indent="0">
              <a:buNone/>
            </a:pPr>
            <a:endParaRPr lang="en-GB" b="1" dirty="0"/>
          </a:p>
        </p:txBody>
      </p:sp>
    </p:spTree>
  </p:cSld>
  <p:clrMapOvr>
    <a:masterClrMapping/>
  </p:clrMapOvr>
  <mc:AlternateContent xmlns:mc="http://schemas.openxmlformats.org/markup-compatibility/2006" xmlns:p14="http://schemas.microsoft.com/office/powerpoint/2010/main">
    <mc:Choice Requires="p14">
      <p:transition spd="slow" p14:dur="1500">
        <p:split orient="vert"/>
      </p:transition>
    </mc:Choice>
    <mc:Fallback xmlns="">
      <p:transition spd="slow">
        <p:split orient="vert"/>
      </p:transition>
    </mc:Fallback>
  </mc:AlternateContent>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8604" name="Title 1"/>
          <p:cNvSpPr>
            <a:spLocks noGrp="1"/>
          </p:cNvSpPr>
          <p:nvPr>
            <p:ph type="title"/>
          </p:nvPr>
        </p:nvSpPr>
        <p:spPr>
          <a:xfrm>
            <a:off x="838200" y="262890"/>
            <a:ext cx="10515600" cy="842645"/>
          </a:xfrm>
        </p:spPr>
        <p:txBody>
          <a:bodyPr/>
          <a:lstStyle/>
          <a:p>
            <a:pPr algn="ctr"/>
            <a:r>
              <a:rPr lang="en-US" altLang="en-GB" b="1" dirty="0"/>
              <a:t>Example</a:t>
            </a:r>
          </a:p>
        </p:txBody>
      </p:sp>
      <p:sp>
        <p:nvSpPr>
          <p:cNvPr id="1048605" name="Content Placeholder 2"/>
          <p:cNvSpPr>
            <a:spLocks noGrp="1"/>
          </p:cNvSpPr>
          <p:nvPr>
            <p:ph idx="1"/>
          </p:nvPr>
        </p:nvSpPr>
        <p:spPr>
          <a:xfrm>
            <a:off x="838200" y="754380"/>
            <a:ext cx="10515600" cy="5671185"/>
          </a:xfrm>
        </p:spPr>
        <p:txBody>
          <a:bodyPr>
            <a:noAutofit/>
          </a:bodyPr>
          <a:lstStyle/>
          <a:p>
            <a:pPr marL="0" indent="0">
              <a:buNone/>
            </a:pPr>
            <a:r>
              <a:rPr lang="en-GB" dirty="0">
                <a:sym typeface="+mn-ea"/>
              </a:rPr>
              <a:t>#include &lt;</a:t>
            </a:r>
            <a:r>
              <a:rPr lang="en-GB" dirty="0" err="1">
                <a:sym typeface="+mn-ea"/>
              </a:rPr>
              <a:t>stdio.h</a:t>
            </a:r>
            <a:r>
              <a:rPr lang="en-GB" dirty="0">
                <a:sym typeface="+mn-ea"/>
              </a:rPr>
              <a:t>&gt;</a:t>
            </a:r>
            <a:endParaRPr lang="en-GB" dirty="0"/>
          </a:p>
          <a:p>
            <a:pPr marL="0" indent="0">
              <a:buNone/>
            </a:pPr>
            <a:endParaRPr lang="en-GB" dirty="0"/>
          </a:p>
          <a:p>
            <a:pPr marL="0" indent="0">
              <a:buNone/>
            </a:pPr>
            <a:r>
              <a:rPr lang="en-GB" dirty="0" err="1">
                <a:sym typeface="+mn-ea"/>
              </a:rPr>
              <a:t>int</a:t>
            </a:r>
            <a:r>
              <a:rPr lang="en-GB" dirty="0">
                <a:sym typeface="+mn-ea"/>
              </a:rPr>
              <a:t> main() {</a:t>
            </a:r>
            <a:endParaRPr lang="en-GB" dirty="0"/>
          </a:p>
          <a:p>
            <a:pPr marL="0" indent="0">
              <a:buNone/>
            </a:pPr>
            <a:r>
              <a:rPr lang="en-GB" dirty="0">
                <a:sym typeface="+mn-ea"/>
              </a:rPr>
              <a:t>    char name[20];</a:t>
            </a:r>
            <a:endParaRPr lang="en-GB" dirty="0"/>
          </a:p>
          <a:p>
            <a:pPr marL="0" indent="0">
              <a:buNone/>
            </a:pPr>
            <a:endParaRPr lang="en-GB" dirty="0"/>
          </a:p>
          <a:p>
            <a:pPr marL="0" indent="0">
              <a:buNone/>
            </a:pPr>
            <a:r>
              <a:rPr lang="en-GB" dirty="0">
                <a:sym typeface="+mn-ea"/>
              </a:rPr>
              <a:t>    </a:t>
            </a:r>
            <a:r>
              <a:rPr lang="en-GB" dirty="0" err="1">
                <a:sym typeface="+mn-ea"/>
              </a:rPr>
              <a:t>printf</a:t>
            </a:r>
            <a:r>
              <a:rPr lang="en-GB" dirty="0">
                <a:sym typeface="+mn-ea"/>
              </a:rPr>
              <a:t>("Enter your name: ");</a:t>
            </a:r>
            <a:endParaRPr lang="en-GB" dirty="0"/>
          </a:p>
          <a:p>
            <a:pPr marL="0" indent="0">
              <a:buNone/>
            </a:pPr>
            <a:r>
              <a:rPr lang="en-GB" dirty="0">
                <a:sym typeface="+mn-ea"/>
              </a:rPr>
              <a:t>    </a:t>
            </a:r>
            <a:r>
              <a:rPr lang="en-GB" dirty="0" err="1">
                <a:sym typeface="+mn-ea"/>
              </a:rPr>
              <a:t>scanf</a:t>
            </a:r>
            <a:r>
              <a:rPr lang="en-GB" dirty="0">
                <a:sym typeface="+mn-ea"/>
              </a:rPr>
              <a:t>("%s", name);       </a:t>
            </a:r>
            <a:endParaRPr lang="en-GB" dirty="0"/>
          </a:p>
          <a:p>
            <a:pPr marL="0" indent="0">
              <a:buNone/>
            </a:pPr>
            <a:r>
              <a:rPr lang="en-GB" dirty="0">
                <a:sym typeface="+mn-ea"/>
              </a:rPr>
              <a:t>    </a:t>
            </a:r>
            <a:r>
              <a:rPr lang="en-GB" dirty="0" err="1">
                <a:sym typeface="+mn-ea"/>
              </a:rPr>
              <a:t>printf</a:t>
            </a:r>
            <a:r>
              <a:rPr lang="en-GB" dirty="0">
                <a:sym typeface="+mn-ea"/>
              </a:rPr>
              <a:t>("Hello %s", name);</a:t>
            </a:r>
            <a:endParaRPr lang="en-GB" dirty="0"/>
          </a:p>
          <a:p>
            <a:pPr marL="0" indent="0">
              <a:buNone/>
            </a:pPr>
            <a:endParaRPr lang="en-GB" dirty="0"/>
          </a:p>
          <a:p>
            <a:pPr marL="0" indent="0">
              <a:buNone/>
            </a:pPr>
            <a:r>
              <a:rPr lang="en-GB" dirty="0">
                <a:sym typeface="+mn-ea"/>
              </a:rPr>
              <a:t>    return 0;</a:t>
            </a:r>
            <a:endParaRPr lang="en-GB" dirty="0"/>
          </a:p>
          <a:p>
            <a:pPr marL="0" indent="0">
              <a:buNone/>
            </a:pPr>
            <a:r>
              <a:rPr lang="en-GB" dirty="0">
                <a:sym typeface="+mn-ea"/>
              </a:rPr>
              <a:t>}</a:t>
            </a:r>
            <a:endParaRPr lang="en-GB" dirty="0"/>
          </a:p>
          <a:p>
            <a:endParaRPr lang="en-GB" dirty="0"/>
          </a:p>
        </p:txBody>
      </p:sp>
    </p:spTree>
  </p:cSld>
  <p:clrMapOvr>
    <a:masterClrMapping/>
  </p:clrMapOvr>
  <mc:AlternateContent xmlns:mc="http://schemas.openxmlformats.org/markup-compatibility/2006" xmlns:p14="http://schemas.microsoft.com/office/powerpoint/2010/main">
    <mc:Choice Requires="p14">
      <p:transition spd="slow" p14:dur="1500">
        <p:split orient="vert"/>
      </p:transition>
    </mc:Choice>
    <mc:Fallback xmlns="">
      <p:transition spd="slow">
        <p:split orient="vert"/>
      </p:transition>
    </mc:Fallback>
  </mc:AlternateContent>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8607" name="Content Placeholder 2"/>
          <p:cNvSpPr>
            <a:spLocks noGrp="1"/>
          </p:cNvSpPr>
          <p:nvPr>
            <p:ph idx="1"/>
          </p:nvPr>
        </p:nvSpPr>
        <p:spPr>
          <a:xfrm>
            <a:off x="838200" y="1488440"/>
            <a:ext cx="10515600" cy="4688840"/>
          </a:xfrm>
        </p:spPr>
        <p:txBody>
          <a:bodyPr/>
          <a:lstStyle/>
          <a:p>
            <a:pPr marL="0" indent="0">
              <a:buNone/>
            </a:pPr>
            <a:r>
              <a:rPr lang="en-GB" b="1" dirty="0"/>
              <a:t> </a:t>
            </a:r>
            <a:endParaRPr lang="en-GB" dirty="0">
              <a:solidFill>
                <a:srgbClr val="FF0000"/>
              </a:solidFill>
            </a:endParaRPr>
          </a:p>
          <a:p>
            <a:pPr marL="0" indent="0">
              <a:buNone/>
            </a:pPr>
            <a:endParaRPr lang="en-GB" dirty="0">
              <a:solidFill>
                <a:srgbClr val="FF0000"/>
              </a:solidFill>
            </a:endParaRPr>
          </a:p>
          <a:p>
            <a:pPr marL="0" indent="0">
              <a:buNone/>
            </a:pPr>
            <a:endParaRPr lang="en-GB" dirty="0"/>
          </a:p>
          <a:p>
            <a:pPr marL="0" indent="0">
              <a:buNone/>
            </a:pPr>
            <a:endParaRPr lang="en-GB" dirty="0"/>
          </a:p>
        </p:txBody>
      </p:sp>
      <p:sp>
        <p:nvSpPr>
          <p:cNvPr id="2" name="Text Box 1"/>
          <p:cNvSpPr txBox="1"/>
          <p:nvPr/>
        </p:nvSpPr>
        <p:spPr>
          <a:xfrm>
            <a:off x="673735" y="704215"/>
            <a:ext cx="10818495" cy="6029325"/>
          </a:xfrm>
          <a:prstGeom prst="rect">
            <a:avLst/>
          </a:prstGeom>
          <a:noFill/>
        </p:spPr>
        <p:txBody>
          <a:bodyPr wrap="square" rtlCol="0">
            <a:noAutofit/>
          </a:bodyPr>
          <a:lstStyle/>
          <a:p>
            <a:r>
              <a:rPr lang="en-US" altLang="en-US" sz="2400" dirty="0">
                <a:latin typeface="+mn-ea"/>
                <a:cs typeface="+mn-ea"/>
              </a:rPr>
              <a:t>START</a:t>
            </a:r>
          </a:p>
          <a:p>
            <a:r>
              <a:rPr lang="en-US" altLang="en-US" sz="2400" dirty="0">
                <a:latin typeface="+mn-ea"/>
                <a:cs typeface="+mn-ea"/>
              </a:rPr>
              <a:t>    // Declare a character array (string) named 'name' with a size of 20</a:t>
            </a:r>
          </a:p>
          <a:p>
            <a:r>
              <a:rPr lang="en-US" altLang="en-US" sz="2400" dirty="0">
                <a:latin typeface="+mn-ea"/>
                <a:cs typeface="+mn-ea"/>
              </a:rPr>
              <a:t>    DECLARE String name[20]</a:t>
            </a:r>
          </a:p>
          <a:p>
            <a:endParaRPr lang="en-US" altLang="en-US" sz="2400" dirty="0">
              <a:latin typeface="+mn-ea"/>
              <a:cs typeface="+mn-ea"/>
            </a:endParaRPr>
          </a:p>
          <a:p>
            <a:r>
              <a:rPr lang="en-US" altLang="en-US" sz="2400" dirty="0">
                <a:latin typeface="+mn-ea"/>
                <a:cs typeface="+mn-ea"/>
              </a:rPr>
              <a:t>    // Print a message to the user asking for input</a:t>
            </a:r>
          </a:p>
          <a:p>
            <a:r>
              <a:rPr lang="en-US" altLang="en-US" sz="2400" dirty="0">
                <a:latin typeface="+mn-ea"/>
                <a:cs typeface="+mn-ea"/>
              </a:rPr>
              <a:t>    OUTPUT "Enter your name: "</a:t>
            </a:r>
          </a:p>
          <a:p>
            <a:endParaRPr lang="en-US" altLang="en-US" sz="2400" dirty="0">
              <a:latin typeface="+mn-ea"/>
              <a:cs typeface="+mn-ea"/>
            </a:endParaRPr>
          </a:p>
          <a:p>
            <a:r>
              <a:rPr lang="en-US" altLang="en-US" sz="2400" dirty="0">
                <a:latin typeface="+mn-ea"/>
                <a:cs typeface="+mn-ea"/>
              </a:rPr>
              <a:t>    // Read the user's input (a string) and store it in the 'name' variable</a:t>
            </a:r>
          </a:p>
          <a:p>
            <a:r>
              <a:rPr lang="en-US" altLang="en-US" sz="2400" dirty="0">
                <a:latin typeface="+mn-ea"/>
                <a:cs typeface="+mn-ea"/>
              </a:rPr>
              <a:t>    INPUT name</a:t>
            </a:r>
          </a:p>
          <a:p>
            <a:endParaRPr lang="en-US" altLang="en-US" sz="2400" dirty="0">
              <a:latin typeface="+mn-ea"/>
              <a:cs typeface="+mn-ea"/>
            </a:endParaRPr>
          </a:p>
          <a:p>
            <a:r>
              <a:rPr lang="en-US" altLang="en-US" sz="2400" dirty="0">
                <a:latin typeface="+mn-ea"/>
                <a:cs typeface="+mn-ea"/>
              </a:rPr>
              <a:t>    // Print a greeting, incorporating the user's name</a:t>
            </a:r>
          </a:p>
          <a:p>
            <a:r>
              <a:rPr lang="en-US" altLang="en-US" sz="2400" dirty="0">
                <a:latin typeface="+mn-ea"/>
                <a:cs typeface="+mn-ea"/>
              </a:rPr>
              <a:t>    OUTPUT "Hello " + name</a:t>
            </a:r>
          </a:p>
          <a:p>
            <a:endParaRPr lang="en-US" altLang="en-US" sz="2400" dirty="0">
              <a:latin typeface="+mn-ea"/>
              <a:cs typeface="+mn-ea"/>
            </a:endParaRPr>
          </a:p>
          <a:p>
            <a:r>
              <a:rPr lang="en-US" altLang="en-US" sz="2400" dirty="0">
                <a:latin typeface="+mn-ea"/>
                <a:cs typeface="+mn-ea"/>
              </a:rPr>
              <a:t>    // Indicate successful execution and exit the program</a:t>
            </a:r>
          </a:p>
          <a:p>
            <a:r>
              <a:rPr lang="en-US" altLang="en-US" sz="2400" dirty="0">
                <a:latin typeface="+mn-ea"/>
                <a:cs typeface="+mn-ea"/>
              </a:rPr>
              <a:t>    RETURN 0</a:t>
            </a:r>
          </a:p>
          <a:p>
            <a:r>
              <a:rPr lang="en-US" altLang="en-US" sz="2400" dirty="0">
                <a:latin typeface="+mn-ea"/>
                <a:cs typeface="+mn-ea"/>
              </a:rPr>
              <a:t>END</a:t>
            </a:r>
          </a:p>
        </p:txBody>
      </p:sp>
      <p:sp>
        <p:nvSpPr>
          <p:cNvPr id="3" name="Title 2"/>
          <p:cNvSpPr>
            <a:spLocks noGrp="1"/>
          </p:cNvSpPr>
          <p:nvPr>
            <p:ph type="title"/>
          </p:nvPr>
        </p:nvSpPr>
        <p:spPr>
          <a:xfrm>
            <a:off x="838200" y="158115"/>
            <a:ext cx="10515600" cy="641985"/>
          </a:xfrm>
        </p:spPr>
        <p:txBody>
          <a:bodyPr>
            <a:normAutofit fontScale="90000"/>
          </a:bodyPr>
          <a:lstStyle/>
          <a:p>
            <a:r>
              <a:rPr lang="en-US"/>
              <a:t>                         </a:t>
            </a:r>
            <a:r>
              <a:rPr lang="en-US" b="1"/>
              <a:t> Pseudocode</a:t>
            </a:r>
          </a:p>
        </p:txBody>
      </p:sp>
    </p:spTree>
  </p:cSld>
  <p:clrMapOvr>
    <a:masterClrMapping/>
  </p:clrMapOvr>
  <mc:AlternateContent xmlns:mc="http://schemas.openxmlformats.org/markup-compatibility/2006" xmlns:p14="http://schemas.microsoft.com/office/powerpoint/2010/main">
    <mc:Choice Requires="p14">
      <p:transition spd="slow" p14:dur="1500">
        <p:split orient="vert"/>
      </p:transition>
    </mc:Choice>
    <mc:Fallback xmlns="">
      <p:transition spd="slow">
        <p:split orient="vert"/>
      </p:transition>
    </mc:Fallback>
  </mc:AlternateContent>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TH Sarabun PSK"/>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TH Sarabun PSK"/>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57</TotalTime>
  <Words>857</Words>
  <Application>Microsoft Office PowerPoint</Application>
  <PresentationFormat>Widescreen</PresentationFormat>
  <Paragraphs>159</Paragraphs>
  <Slides>9</Slides>
  <Notes>0</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9</vt:i4>
      </vt:variant>
    </vt:vector>
  </HeadingPairs>
  <TitlesOfParts>
    <vt:vector size="14" baseType="lpstr">
      <vt:lpstr>Arial</vt:lpstr>
      <vt:lpstr>Calibri</vt:lpstr>
      <vt:lpstr>Calibri Light</vt:lpstr>
      <vt:lpstr>Wingdings</vt:lpstr>
      <vt:lpstr>Office Theme</vt:lpstr>
      <vt:lpstr>GROUP 0 MEMBERS </vt:lpstr>
      <vt:lpstr>GROUP 0 MEMBERS</vt:lpstr>
      <vt:lpstr>STRING </vt:lpstr>
      <vt:lpstr>Characteristics of Strings</vt:lpstr>
      <vt:lpstr>Uses of String </vt:lpstr>
      <vt:lpstr>Uses of String</vt:lpstr>
      <vt:lpstr>Uses of String </vt:lpstr>
      <vt:lpstr>Example</vt:lpstr>
      <vt:lpstr>                          Pseudocode</vt:lpstr>
    </vt:vector>
  </TitlesOfParts>
  <Company>HP</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GROUP 0 MEMBERS</dc:title>
  <dc:creator>harith Hamza</dc:creator>
  <cp:lastModifiedBy>Mahadi Tibaijuka</cp:lastModifiedBy>
  <cp:revision>4</cp:revision>
  <dcterms:created xsi:type="dcterms:W3CDTF">2025-12-15T11:31:39Z</dcterms:created>
  <dcterms:modified xsi:type="dcterms:W3CDTF">2025-12-16T15:08:29Z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CV">
    <vt:lpwstr>d1439034a7d34ab5a75693e8ba4a29a3</vt:lpwstr>
  </property>
  <property fmtid="{D5CDD505-2E9C-101B-9397-08002B2CF9AE}" pid="3" name="KSOProductBuildVer">
    <vt:lpwstr>1033-12.2.0.23155</vt:lpwstr>
  </property>
</Properties>
</file>